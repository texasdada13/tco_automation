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79" r:id="rId1"/>
    <p:sldMasterId id="2147483660" r:id="rId2"/>
  </p:sldMasterIdLst>
  <p:notesMasterIdLst>
    <p:notesMasterId r:id="rId10"/>
  </p:notesMasterIdLst>
  <p:sldIdLst>
    <p:sldId id="2561" r:id="rId3"/>
    <p:sldId id="2592" r:id="rId4"/>
    <p:sldId id="2587" r:id="rId5"/>
    <p:sldId id="2584" r:id="rId6"/>
    <p:sldId id="2583" r:id="rId7"/>
    <p:sldId id="2591" r:id="rId8"/>
    <p:sldId id="2593"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roject Status Update: Progress, Needs, and Next Steps" id="{44B7F760-FD12-41C8-9798-3996BC114462}">
          <p14:sldIdLst>
            <p14:sldId id="2561"/>
            <p14:sldId id="2592"/>
            <p14:sldId id="2587"/>
            <p14:sldId id="2584"/>
            <p14:sldId id="2583"/>
            <p14:sldId id="2591"/>
            <p14:sldId id="2593"/>
          </p14:sldIdLst>
        </p14:section>
        <p14:section name="Conclusion" id="{6AFED9C9-099A-4C0D-9780-55BC93AB682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92E5911-D9FC-4C09-8BD9-0E57A0E817FB}" v="1426" dt="2025-11-21T21:20:31.274"/>
    <p1510:client id="{ED23A09D-87B8-DF3B-98D2-FE68F293D40E}" v="150" dt="2025-11-21T19:23:39.75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3220" autoAdjust="0"/>
  </p:normalViewPr>
  <p:slideViewPr>
    <p:cSldViewPr snapToGrid="0">
      <p:cViewPr>
        <p:scale>
          <a:sx n="100" d="100"/>
          <a:sy n="100" d="100"/>
        </p:scale>
        <p:origin x="990" y="312"/>
      </p:cViewPr>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theme" Target="theme/theme1.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viewProps" Target="viewProps.xml"/><Relationship Id="rId2" Type="http://schemas.openxmlformats.org/officeDocument/2006/relationships/slideMaster" Target="slideMasters/slideMaster2.xml"/><Relationship Id="rId16"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presProps" Target="presProps.xml"/><Relationship Id="rId5" Type="http://schemas.openxmlformats.org/officeDocument/2006/relationships/slide" Target="slides/slide3.xml"/><Relationship Id="rId15" Type="http://schemas.microsoft.com/office/2016/11/relationships/changesInfo" Target="changesInfos/changesInfo1.xml"/><Relationship Id="rId10" Type="http://schemas.openxmlformats.org/officeDocument/2006/relationships/notesMaster" Target="notesMasters/notesMaster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uest User" providerId="Windows Live" clId="Web-{ED23A09D-87B8-DF3B-98D2-FE68F293D40E}"/>
    <pc:docChg chg="mod addSld modSld addMainMaster delMainMaster modSection">
      <pc:chgData name="Guest User" userId="" providerId="Windows Live" clId="Web-{ED23A09D-87B8-DF3B-98D2-FE68F293D40E}" dt="2025-11-21T19:23:39.751" v="151"/>
      <pc:docMkLst>
        <pc:docMk/>
      </pc:docMkLst>
      <pc:sldChg chg="modSp mod modClrScheme chgLayout">
        <pc:chgData name="Guest User" userId="" providerId="Windows Live" clId="Web-{ED23A09D-87B8-DF3B-98D2-FE68F293D40E}" dt="2025-11-21T19:23:39.751" v="151"/>
        <pc:sldMkLst>
          <pc:docMk/>
          <pc:sldMk cId="2198906803" sldId="2561"/>
        </pc:sldMkLst>
        <pc:spChg chg="mod ord">
          <ac:chgData name="Guest User" userId="" providerId="Windows Live" clId="Web-{ED23A09D-87B8-DF3B-98D2-FE68F293D40E}" dt="2025-11-21T19:23:39.751" v="151"/>
          <ac:spMkLst>
            <pc:docMk/>
            <pc:sldMk cId="2198906803" sldId="2561"/>
            <ac:spMk id="2" creationId="{6832E267-E8D7-B5B3-707C-32964F204530}"/>
          </ac:spMkLst>
        </pc:spChg>
        <pc:spChg chg="mod ord">
          <ac:chgData name="Guest User" userId="" providerId="Windows Live" clId="Web-{ED23A09D-87B8-DF3B-98D2-FE68F293D40E}" dt="2025-11-21T19:23:39.751" v="151"/>
          <ac:spMkLst>
            <pc:docMk/>
            <pc:sldMk cId="2198906803" sldId="2561"/>
            <ac:spMk id="3" creationId="{F577CDD4-E74B-79D3-6612-D50D26DC184D}"/>
          </ac:spMkLst>
        </pc:spChg>
      </pc:sldChg>
      <pc:sldChg chg="modSp mod modClrScheme chgLayout">
        <pc:chgData name="Guest User" userId="" providerId="Windows Live" clId="Web-{ED23A09D-87B8-DF3B-98D2-FE68F293D40E}" dt="2025-11-21T19:23:39.751" v="151"/>
        <pc:sldMkLst>
          <pc:docMk/>
          <pc:sldMk cId="3010806913" sldId="2562"/>
        </pc:sldMkLst>
        <pc:spChg chg="mod ord">
          <ac:chgData name="Guest User" userId="" providerId="Windows Live" clId="Web-{ED23A09D-87B8-DF3B-98D2-FE68F293D40E}" dt="2025-11-21T19:23:39.751" v="151"/>
          <ac:spMkLst>
            <pc:docMk/>
            <pc:sldMk cId="3010806913" sldId="2562"/>
            <ac:spMk id="2" creationId="{582CC1EA-B918-914D-A53A-731AF71BE612}"/>
          </ac:spMkLst>
        </pc:spChg>
        <pc:spChg chg="mod">
          <ac:chgData name="Guest User" userId="" providerId="Windows Live" clId="Web-{ED23A09D-87B8-DF3B-98D2-FE68F293D40E}" dt="2025-11-21T16:34:20.083" v="25" actId="20577"/>
          <ac:spMkLst>
            <pc:docMk/>
            <pc:sldMk cId="3010806913" sldId="2562"/>
            <ac:spMk id="5" creationId="{6B666D7F-9CD3-4186-A26A-4E03F077B17D}"/>
          </ac:spMkLst>
        </pc:spChg>
        <pc:picChg chg="mod ord">
          <ac:chgData name="Guest User" userId="" providerId="Windows Live" clId="Web-{ED23A09D-87B8-DF3B-98D2-FE68F293D40E}" dt="2025-11-21T19:23:39.751" v="151"/>
          <ac:picMkLst>
            <pc:docMk/>
            <pc:sldMk cId="3010806913" sldId="2562"/>
            <ac:picMk id="4" creationId="{7D96E4E8-B0AC-491C-9057-02BE8DC73FA5}"/>
          </ac:picMkLst>
        </pc:picChg>
      </pc:sldChg>
      <pc:sldChg chg="modSp mod modClrScheme chgLayout">
        <pc:chgData name="Guest User" userId="" providerId="Windows Live" clId="Web-{ED23A09D-87B8-DF3B-98D2-FE68F293D40E}" dt="2025-11-21T19:23:39.751" v="151"/>
        <pc:sldMkLst>
          <pc:docMk/>
          <pc:sldMk cId="1637476998" sldId="2564"/>
        </pc:sldMkLst>
        <pc:spChg chg="mod ord">
          <ac:chgData name="Guest User" userId="" providerId="Windows Live" clId="Web-{ED23A09D-87B8-DF3B-98D2-FE68F293D40E}" dt="2025-11-21T19:23:39.751" v="151"/>
          <ac:spMkLst>
            <pc:docMk/>
            <pc:sldMk cId="1637476998" sldId="2564"/>
            <ac:spMk id="2" creationId="{87475CB8-87CC-7966-A200-E9639ED50512}"/>
          </ac:spMkLst>
        </pc:spChg>
      </pc:sldChg>
      <pc:sldChg chg="modSp mod modClrScheme chgLayout">
        <pc:chgData name="Guest User" userId="" providerId="Windows Live" clId="Web-{ED23A09D-87B8-DF3B-98D2-FE68F293D40E}" dt="2025-11-21T19:08:44.969" v="138"/>
        <pc:sldMkLst>
          <pc:docMk/>
          <pc:sldMk cId="827772828" sldId="2566"/>
        </pc:sldMkLst>
        <pc:spChg chg="mod ord">
          <ac:chgData name="Guest User" userId="" providerId="Windows Live" clId="Web-{ED23A09D-87B8-DF3B-98D2-FE68F293D40E}" dt="2025-11-21T19:08:44.969" v="138"/>
          <ac:spMkLst>
            <pc:docMk/>
            <pc:sldMk cId="827772828" sldId="2566"/>
            <ac:spMk id="2" creationId="{FEBDDFAE-32B2-A8B3-12AC-91464E3E437C}"/>
          </ac:spMkLst>
        </pc:spChg>
        <pc:spChg chg="mod">
          <ac:chgData name="Guest User" userId="" providerId="Windows Live" clId="Web-{ED23A09D-87B8-DF3B-98D2-FE68F293D40E}" dt="2025-11-21T17:08:22.061" v="32" actId="20577"/>
          <ac:spMkLst>
            <pc:docMk/>
            <pc:sldMk cId="827772828" sldId="2566"/>
            <ac:spMk id="5" creationId="{E7393BF3-7286-49E3-8680-F39C8FD2FD2D}"/>
          </ac:spMkLst>
        </pc:spChg>
        <pc:picChg chg="mod ord">
          <ac:chgData name="Guest User" userId="" providerId="Windows Live" clId="Web-{ED23A09D-87B8-DF3B-98D2-FE68F293D40E}" dt="2025-11-21T19:08:44.969" v="138"/>
          <ac:picMkLst>
            <pc:docMk/>
            <pc:sldMk cId="827772828" sldId="2566"/>
            <ac:picMk id="4" creationId="{77BBD87B-D941-4002-9754-3DB5212B69FD}"/>
          </ac:picMkLst>
        </pc:picChg>
      </pc:sldChg>
      <pc:sldChg chg="modSp mod modClrScheme chgLayout">
        <pc:chgData name="Guest User" userId="" providerId="Windows Live" clId="Web-{ED23A09D-87B8-DF3B-98D2-FE68F293D40E}" dt="2025-11-21T19:23:39.751" v="151"/>
        <pc:sldMkLst>
          <pc:docMk/>
          <pc:sldMk cId="3043325418" sldId="2566"/>
        </pc:sldMkLst>
        <pc:spChg chg="mod ord">
          <ac:chgData name="Guest User" userId="" providerId="Windows Live" clId="Web-{ED23A09D-87B8-DF3B-98D2-FE68F293D40E}" dt="2025-11-21T19:23:39.751" v="151"/>
          <ac:spMkLst>
            <pc:docMk/>
            <pc:sldMk cId="3043325418" sldId="2566"/>
            <ac:spMk id="2" creationId="{FEBDDFAE-32B2-A8B3-12AC-91464E3E437C}"/>
          </ac:spMkLst>
        </pc:spChg>
        <pc:picChg chg="mod ord">
          <ac:chgData name="Guest User" userId="" providerId="Windows Live" clId="Web-{ED23A09D-87B8-DF3B-98D2-FE68F293D40E}" dt="2025-11-21T19:23:39.751" v="151"/>
          <ac:picMkLst>
            <pc:docMk/>
            <pc:sldMk cId="3043325418" sldId="2566"/>
            <ac:picMk id="4" creationId="{77BBD87B-D941-4002-9754-3DB5212B69FD}"/>
          </ac:picMkLst>
        </pc:picChg>
      </pc:sldChg>
      <pc:sldChg chg="modSp mod modClrScheme chgLayout">
        <pc:chgData name="Guest User" userId="" providerId="Windows Live" clId="Web-{ED23A09D-87B8-DF3B-98D2-FE68F293D40E}" dt="2025-11-21T19:08:44.969" v="138"/>
        <pc:sldMkLst>
          <pc:docMk/>
          <pc:sldMk cId="1090565597" sldId="2567"/>
        </pc:sldMkLst>
        <pc:spChg chg="mod ord">
          <ac:chgData name="Guest User" userId="" providerId="Windows Live" clId="Web-{ED23A09D-87B8-DF3B-98D2-FE68F293D40E}" dt="2025-11-21T19:08:44.969" v="138"/>
          <ac:spMkLst>
            <pc:docMk/>
            <pc:sldMk cId="1090565597" sldId="2567"/>
            <ac:spMk id="2" creationId="{1C0B2657-B17F-9623-8A52-88EB26743A87}"/>
          </ac:spMkLst>
        </pc:spChg>
        <pc:spChg chg="mod">
          <ac:chgData name="Guest User" userId="" providerId="Windows Live" clId="Web-{ED23A09D-87B8-DF3B-98D2-FE68F293D40E}" dt="2025-11-21T17:10:39.561" v="61" actId="20577"/>
          <ac:spMkLst>
            <pc:docMk/>
            <pc:sldMk cId="1090565597" sldId="2567"/>
            <ac:spMk id="5" creationId="{4B5C9CF0-EF5B-4D2E-92F4-8D78501A492B}"/>
          </ac:spMkLst>
        </pc:spChg>
        <pc:picChg chg="mod ord">
          <ac:chgData name="Guest User" userId="" providerId="Windows Live" clId="Web-{ED23A09D-87B8-DF3B-98D2-FE68F293D40E}" dt="2025-11-21T19:08:44.969" v="138"/>
          <ac:picMkLst>
            <pc:docMk/>
            <pc:sldMk cId="1090565597" sldId="2567"/>
            <ac:picMk id="4" creationId="{DD096C89-260E-4354-9118-A8FA306716BE}"/>
          </ac:picMkLst>
        </pc:picChg>
      </pc:sldChg>
      <pc:sldChg chg="modSp mod modClrScheme chgLayout">
        <pc:chgData name="Guest User" userId="" providerId="Windows Live" clId="Web-{ED23A09D-87B8-DF3B-98D2-FE68F293D40E}" dt="2025-11-21T19:23:39.751" v="151"/>
        <pc:sldMkLst>
          <pc:docMk/>
          <pc:sldMk cId="3507076417" sldId="2568"/>
        </pc:sldMkLst>
        <pc:spChg chg="mod ord">
          <ac:chgData name="Guest User" userId="" providerId="Windows Live" clId="Web-{ED23A09D-87B8-DF3B-98D2-FE68F293D40E}" dt="2025-11-21T19:23:39.751" v="151"/>
          <ac:spMkLst>
            <pc:docMk/>
            <pc:sldMk cId="3507076417" sldId="2568"/>
            <ac:spMk id="2" creationId="{BFA7C331-266F-583B-7FEE-228ED1B3F368}"/>
          </ac:spMkLst>
        </pc:spChg>
      </pc:sldChg>
      <pc:sldChg chg="modSp mod modClrScheme chgLayout">
        <pc:chgData name="Guest User" userId="" providerId="Windows Live" clId="Web-{ED23A09D-87B8-DF3B-98D2-FE68F293D40E}" dt="2025-11-21T19:23:39.751" v="151"/>
        <pc:sldMkLst>
          <pc:docMk/>
          <pc:sldMk cId="3425822391" sldId="2569"/>
        </pc:sldMkLst>
        <pc:spChg chg="mod ord">
          <ac:chgData name="Guest User" userId="" providerId="Windows Live" clId="Web-{ED23A09D-87B8-DF3B-98D2-FE68F293D40E}" dt="2025-11-21T19:23:39.751" v="151"/>
          <ac:spMkLst>
            <pc:docMk/>
            <pc:sldMk cId="3425822391" sldId="2569"/>
            <ac:spMk id="2" creationId="{11383AB9-D181-2A0D-7C44-68788D5A085F}"/>
          </ac:spMkLst>
        </pc:spChg>
        <pc:graphicFrameChg chg="mod ord">
          <ac:chgData name="Guest User" userId="" providerId="Windows Live" clId="Web-{ED23A09D-87B8-DF3B-98D2-FE68F293D40E}" dt="2025-11-21T19:23:39.751" v="151"/>
          <ac:graphicFrameMkLst>
            <pc:docMk/>
            <pc:sldMk cId="3425822391" sldId="2569"/>
            <ac:graphicFrameMk id="7" creationId="{8C914867-9BB5-1B47-799E-13B2F768593D}"/>
          </ac:graphicFrameMkLst>
        </pc:graphicFrameChg>
      </pc:sldChg>
      <pc:sldChg chg="modSp">
        <pc:chgData name="Guest User" userId="" providerId="Windows Live" clId="Web-{ED23A09D-87B8-DF3B-98D2-FE68F293D40E}" dt="2025-11-21T16:30:38.053" v="18"/>
        <pc:sldMkLst>
          <pc:docMk/>
          <pc:sldMk cId="246225210" sldId="2571"/>
        </pc:sldMkLst>
        <pc:spChg chg="mod">
          <ac:chgData name="Guest User" userId="" providerId="Windows Live" clId="Web-{ED23A09D-87B8-DF3B-98D2-FE68F293D40E}" dt="2025-11-21T16:30:38.053" v="18"/>
          <ac:spMkLst>
            <pc:docMk/>
            <pc:sldMk cId="246225210" sldId="2571"/>
            <ac:spMk id="5" creationId="{A412E3ED-19EB-4230-B901-AE6A8EC2B949}"/>
          </ac:spMkLst>
        </pc:spChg>
      </pc:sldChg>
      <pc:sldChg chg="modSp mod modClrScheme chgLayout">
        <pc:chgData name="Guest User" userId="" providerId="Windows Live" clId="Web-{ED23A09D-87B8-DF3B-98D2-FE68F293D40E}" dt="2025-11-21T19:23:39.751" v="151"/>
        <pc:sldMkLst>
          <pc:docMk/>
          <pc:sldMk cId="1329176085" sldId="2572"/>
        </pc:sldMkLst>
        <pc:spChg chg="mod ord">
          <ac:chgData name="Guest User" userId="" providerId="Windows Live" clId="Web-{ED23A09D-87B8-DF3B-98D2-FE68F293D40E}" dt="2025-11-21T19:23:39.751" v="151"/>
          <ac:spMkLst>
            <pc:docMk/>
            <pc:sldMk cId="1329176085" sldId="2572"/>
            <ac:spMk id="2" creationId="{349506DD-81C7-A3A4-EBE6-AB34A6C751FA}"/>
          </ac:spMkLst>
        </pc:spChg>
      </pc:sldChg>
      <pc:sldChg chg="modSp mod modClrScheme chgLayout">
        <pc:chgData name="Guest User" userId="" providerId="Windows Live" clId="Web-{ED23A09D-87B8-DF3B-98D2-FE68F293D40E}" dt="2025-11-21T19:23:39.751" v="151"/>
        <pc:sldMkLst>
          <pc:docMk/>
          <pc:sldMk cId="468743268" sldId="2573"/>
        </pc:sldMkLst>
        <pc:spChg chg="mod ord">
          <ac:chgData name="Guest User" userId="" providerId="Windows Live" clId="Web-{ED23A09D-87B8-DF3B-98D2-FE68F293D40E}" dt="2025-11-21T19:23:39.751" v="151"/>
          <ac:spMkLst>
            <pc:docMk/>
            <pc:sldMk cId="468743268" sldId="2573"/>
            <ac:spMk id="2" creationId="{12942287-1D06-F9F4-763F-29096D8146C1}"/>
          </ac:spMkLst>
        </pc:spChg>
        <pc:picChg chg="mod">
          <ac:chgData name="Guest User" userId="" providerId="Windows Live" clId="Web-{ED23A09D-87B8-DF3B-98D2-FE68F293D40E}" dt="2025-11-21T16:27:45.413" v="0" actId="1076"/>
          <ac:picMkLst>
            <pc:docMk/>
            <pc:sldMk cId="468743268" sldId="2573"/>
            <ac:picMk id="8" creationId="{AE69B783-17E0-7101-5C0D-F1887D8F38F2}"/>
          </ac:picMkLst>
        </pc:picChg>
      </pc:sldChg>
      <pc:sldChg chg="mod modClrScheme chgLayout">
        <pc:chgData name="Guest User" userId="" providerId="Windows Live" clId="Web-{ED23A09D-87B8-DF3B-98D2-FE68F293D40E}" dt="2025-11-21T19:23:39.751" v="151"/>
        <pc:sldMkLst>
          <pc:docMk/>
          <pc:sldMk cId="2840942979" sldId="2576"/>
        </pc:sldMkLst>
      </pc:sldChg>
      <pc:sldChg chg="mod modClrScheme chgLayout">
        <pc:chgData name="Guest User" userId="" providerId="Windows Live" clId="Web-{ED23A09D-87B8-DF3B-98D2-FE68F293D40E}" dt="2025-11-21T19:23:39.751" v="151"/>
        <pc:sldMkLst>
          <pc:docMk/>
          <pc:sldMk cId="3597930319" sldId="2577"/>
        </pc:sldMkLst>
      </pc:sldChg>
      <pc:sldChg chg="modSp mod modClrScheme chgLayout">
        <pc:chgData name="Guest User" userId="" providerId="Windows Live" clId="Web-{ED23A09D-87B8-DF3B-98D2-FE68F293D40E}" dt="2025-11-21T19:08:44.969" v="138"/>
        <pc:sldMkLst>
          <pc:docMk/>
          <pc:sldMk cId="3493000592" sldId="2578"/>
        </pc:sldMkLst>
        <pc:spChg chg="mod ord">
          <ac:chgData name="Guest User" userId="" providerId="Windows Live" clId="Web-{ED23A09D-87B8-DF3B-98D2-FE68F293D40E}" dt="2025-11-21T19:08:44.969" v="138"/>
          <ac:spMkLst>
            <pc:docMk/>
            <pc:sldMk cId="3493000592" sldId="2578"/>
            <ac:spMk id="2" creationId="{40E28DF3-55CF-B4E5-AC50-59026BE589FF}"/>
          </ac:spMkLst>
        </pc:spChg>
      </pc:sldChg>
      <pc:sldChg chg="modSp mod modClrScheme chgLayout">
        <pc:chgData name="Guest User" userId="" providerId="Windows Live" clId="Web-{ED23A09D-87B8-DF3B-98D2-FE68F293D40E}" dt="2025-11-21T19:23:39.751" v="151"/>
        <pc:sldMkLst>
          <pc:docMk/>
          <pc:sldMk cId="3131419543" sldId="2579"/>
        </pc:sldMkLst>
        <pc:spChg chg="mod ord">
          <ac:chgData name="Guest User" userId="" providerId="Windows Live" clId="Web-{ED23A09D-87B8-DF3B-98D2-FE68F293D40E}" dt="2025-11-21T19:23:39.751" v="151"/>
          <ac:spMkLst>
            <pc:docMk/>
            <pc:sldMk cId="3131419543" sldId="2579"/>
            <ac:spMk id="2" creationId="{5907E07A-DAA1-04B7-0FA6-479D6DAE6EEB}"/>
          </ac:spMkLst>
        </pc:spChg>
      </pc:sldChg>
      <pc:sldChg chg="modSp mod modClrScheme chgLayout">
        <pc:chgData name="Guest User" userId="" providerId="Windows Live" clId="Web-{ED23A09D-87B8-DF3B-98D2-FE68F293D40E}" dt="2025-11-21T19:23:39.751" v="151"/>
        <pc:sldMkLst>
          <pc:docMk/>
          <pc:sldMk cId="4157934444" sldId="2581"/>
        </pc:sldMkLst>
        <pc:spChg chg="mod ord">
          <ac:chgData name="Guest User" userId="" providerId="Windows Live" clId="Web-{ED23A09D-87B8-DF3B-98D2-FE68F293D40E}" dt="2025-11-21T19:23:39.751" v="151"/>
          <ac:spMkLst>
            <pc:docMk/>
            <pc:sldMk cId="4157934444" sldId="2581"/>
            <ac:spMk id="2" creationId="{E715B359-CC58-B139-C977-949CB18D8632}"/>
          </ac:spMkLst>
        </pc:spChg>
      </pc:sldChg>
      <pc:sldChg chg="modSp add mod modClrScheme chgLayout">
        <pc:chgData name="Guest User" userId="" providerId="Windows Live" clId="Web-{ED23A09D-87B8-DF3B-98D2-FE68F293D40E}" dt="2025-11-21T19:23:39.751" v="151"/>
        <pc:sldMkLst>
          <pc:docMk/>
          <pc:sldMk cId="1667369889" sldId="2582"/>
        </pc:sldMkLst>
        <pc:spChg chg="mod">
          <ac:chgData name="Guest User" userId="" providerId="Windows Live" clId="Web-{ED23A09D-87B8-DF3B-98D2-FE68F293D40E}" dt="2025-11-21T17:55:10.550" v="136" actId="20577"/>
          <ac:spMkLst>
            <pc:docMk/>
            <pc:sldMk cId="1667369889" sldId="2582"/>
            <ac:spMk id="5" creationId="{CCF9D4D3-EB4A-9CDA-5644-C3859E6441FC}"/>
          </ac:spMkLst>
        </pc:spChg>
      </pc:sldChg>
      <pc:sldChg chg="modSp mod modClrScheme chgLayout">
        <pc:chgData name="Guest User" userId="" providerId="Windows Live" clId="Web-{ED23A09D-87B8-DF3B-98D2-FE68F293D40E}" dt="2025-11-21T19:23:39.751" v="151"/>
        <pc:sldMkLst>
          <pc:docMk/>
          <pc:sldMk cId="3485313898" sldId="2583"/>
        </pc:sldMkLst>
        <pc:spChg chg="mod ord">
          <ac:chgData name="Guest User" userId="" providerId="Windows Live" clId="Web-{ED23A09D-87B8-DF3B-98D2-FE68F293D40E}" dt="2025-11-21T19:23:39.751" v="151"/>
          <ac:spMkLst>
            <pc:docMk/>
            <pc:sldMk cId="3485313898" sldId="2583"/>
            <ac:spMk id="2" creationId="{CAA8C3E8-16B8-E31E-104A-2432D6BC8590}"/>
          </ac:spMkLst>
        </pc:spChg>
      </pc:sldChg>
      <pc:sldChg chg="mod modClrScheme chgLayout">
        <pc:chgData name="Guest User" userId="" providerId="Windows Live" clId="Web-{ED23A09D-87B8-DF3B-98D2-FE68F293D40E}" dt="2025-11-21T19:23:39.751" v="151"/>
        <pc:sldMkLst>
          <pc:docMk/>
          <pc:sldMk cId="2385197021" sldId="2584"/>
        </pc:sldMkLst>
      </pc:sldChg>
      <pc:sldChg chg="modSp mod modClrScheme chgLayout">
        <pc:chgData name="Guest User" userId="" providerId="Windows Live" clId="Web-{ED23A09D-87B8-DF3B-98D2-FE68F293D40E}" dt="2025-11-21T19:23:39.751" v="151"/>
        <pc:sldMkLst>
          <pc:docMk/>
          <pc:sldMk cId="2550737841" sldId="2585"/>
        </pc:sldMkLst>
        <pc:spChg chg="mod ord">
          <ac:chgData name="Guest User" userId="" providerId="Windows Live" clId="Web-{ED23A09D-87B8-DF3B-98D2-FE68F293D40E}" dt="2025-11-21T19:23:39.751" v="151"/>
          <ac:spMkLst>
            <pc:docMk/>
            <pc:sldMk cId="2550737841" sldId="2585"/>
            <ac:spMk id="2" creationId="{1CEFBE7F-AC2A-01B4-D7D9-BB5D38D56CD4}"/>
          </ac:spMkLst>
        </pc:spChg>
      </pc:sldChg>
      <pc:sldChg chg="modSp mod modClrScheme chgLayout">
        <pc:chgData name="Guest User" userId="" providerId="Windows Live" clId="Web-{ED23A09D-87B8-DF3B-98D2-FE68F293D40E}" dt="2025-11-21T19:23:39.751" v="151"/>
        <pc:sldMkLst>
          <pc:docMk/>
          <pc:sldMk cId="889666224" sldId="2587"/>
        </pc:sldMkLst>
        <pc:spChg chg="mod ord">
          <ac:chgData name="Guest User" userId="" providerId="Windows Live" clId="Web-{ED23A09D-87B8-DF3B-98D2-FE68F293D40E}" dt="2025-11-21T19:23:39.751" v="151"/>
          <ac:spMkLst>
            <pc:docMk/>
            <pc:sldMk cId="889666224" sldId="2587"/>
            <ac:spMk id="2" creationId="{77F7D38C-EB9F-A7F2-87DD-2A35545F9EF4}"/>
          </ac:spMkLst>
        </pc:spChg>
      </pc:sldChg>
      <pc:sldChg chg="modSp mod modClrScheme chgLayout">
        <pc:chgData name="Guest User" userId="" providerId="Windows Live" clId="Web-{ED23A09D-87B8-DF3B-98D2-FE68F293D40E}" dt="2025-11-21T19:23:39.751" v="151"/>
        <pc:sldMkLst>
          <pc:docMk/>
          <pc:sldMk cId="1239289494" sldId="2588"/>
        </pc:sldMkLst>
        <pc:spChg chg="mod ord">
          <ac:chgData name="Guest User" userId="" providerId="Windows Live" clId="Web-{ED23A09D-87B8-DF3B-98D2-FE68F293D40E}" dt="2025-11-21T19:23:39.751" v="151"/>
          <ac:spMkLst>
            <pc:docMk/>
            <pc:sldMk cId="1239289494" sldId="2588"/>
            <ac:spMk id="2" creationId="{84683A56-D930-742F-717C-E3D4FBE7AE78}"/>
          </ac:spMkLst>
        </pc:spChg>
      </pc:sldChg>
      <pc:sldChg chg="modSp mod modClrScheme chgLayout">
        <pc:chgData name="Guest User" userId="" providerId="Windows Live" clId="Web-{ED23A09D-87B8-DF3B-98D2-FE68F293D40E}" dt="2025-11-21T19:23:39.751" v="151"/>
        <pc:sldMkLst>
          <pc:docMk/>
          <pc:sldMk cId="4290206974" sldId="2589"/>
        </pc:sldMkLst>
        <pc:spChg chg="mod ord">
          <ac:chgData name="Guest User" userId="" providerId="Windows Live" clId="Web-{ED23A09D-87B8-DF3B-98D2-FE68F293D40E}" dt="2025-11-21T19:23:39.751" v="151"/>
          <ac:spMkLst>
            <pc:docMk/>
            <pc:sldMk cId="4290206974" sldId="2589"/>
            <ac:spMk id="2" creationId="{C56A63B2-980E-E11A-638C-E807D66E0CCD}"/>
          </ac:spMkLst>
        </pc:spChg>
      </pc:sldChg>
      <pc:sldChg chg="addSp delSp modSp add mod modClrScheme chgLayout">
        <pc:chgData name="Guest User" userId="" providerId="Windows Live" clId="Web-{ED23A09D-87B8-DF3B-98D2-FE68F293D40E}" dt="2025-11-21T19:23:39.751" v="151"/>
        <pc:sldMkLst>
          <pc:docMk/>
          <pc:sldMk cId="2682998344" sldId="2590"/>
        </pc:sldMkLst>
        <pc:spChg chg="mod ord">
          <ac:chgData name="Guest User" userId="" providerId="Windows Live" clId="Web-{ED23A09D-87B8-DF3B-98D2-FE68F293D40E}" dt="2025-11-21T19:23:39.751" v="151"/>
          <ac:spMkLst>
            <pc:docMk/>
            <pc:sldMk cId="2682998344" sldId="2590"/>
            <ac:spMk id="2" creationId="{FEBDDFAE-32B2-A8B3-12AC-91464E3E437C}"/>
          </ac:spMkLst>
        </pc:spChg>
        <pc:spChg chg="mod">
          <ac:chgData name="Guest User" userId="" providerId="Windows Live" clId="Web-{ED23A09D-87B8-DF3B-98D2-FE68F293D40E}" dt="2025-11-21T19:14:13.477" v="141" actId="20577"/>
          <ac:spMkLst>
            <pc:docMk/>
            <pc:sldMk cId="2682998344" sldId="2590"/>
            <ac:spMk id="5" creationId="{E7393BF3-7286-49E3-8680-F39C8FD2FD2D}"/>
          </ac:spMkLst>
        </pc:spChg>
        <pc:picChg chg="add mod">
          <ac:chgData name="Guest User" userId="" providerId="Windows Live" clId="Web-{ED23A09D-87B8-DF3B-98D2-FE68F293D40E}" dt="2025-11-21T19:14:54.181" v="145" actId="14100"/>
          <ac:picMkLst>
            <pc:docMk/>
            <pc:sldMk cId="2682998344" sldId="2590"/>
            <ac:picMk id="4" creationId="{645E00B0-A183-2682-B37C-1FE3F15ED68B}"/>
          </ac:picMkLst>
        </pc:picChg>
        <pc:picChg chg="add del mod">
          <ac:chgData name="Guest User" userId="" providerId="Windows Live" clId="Web-{ED23A09D-87B8-DF3B-98D2-FE68F293D40E}" dt="2025-11-21T19:21:06.303" v="150"/>
          <ac:picMkLst>
            <pc:docMk/>
            <pc:sldMk cId="2682998344" sldId="2590"/>
            <ac:picMk id="9" creationId="{46ECCB64-664A-ED19-72CC-A617130A725B}"/>
          </ac:picMkLst>
        </pc:picChg>
      </pc:sldChg>
      <pc:sldMasterChg chg="add del addSldLayout delSldLayout modSldLayout">
        <pc:chgData name="Guest User" userId="" providerId="Windows Live" clId="Web-{ED23A09D-87B8-DF3B-98D2-FE68F293D40E}" dt="2025-11-21T19:08:30.187" v="137"/>
        <pc:sldMasterMkLst>
          <pc:docMk/>
          <pc:sldMasterMk cId="1912752958" sldId="2147483713"/>
        </pc:sldMasterMkLst>
        <pc:sldLayoutChg chg="add del mod replId">
          <pc:chgData name="Guest User" userId="" providerId="Windows Live" clId="Web-{ED23A09D-87B8-DF3B-98D2-FE68F293D40E}" dt="2025-11-21T19:08:30.187" v="137"/>
          <pc:sldLayoutMkLst>
            <pc:docMk/>
            <pc:sldMasterMk cId="1912752958" sldId="2147483713"/>
            <pc:sldLayoutMk cId="3879210992" sldId="2147483714"/>
          </pc:sldLayoutMkLst>
        </pc:sldLayoutChg>
        <pc:sldLayoutChg chg="add del mod replId">
          <pc:chgData name="Guest User" userId="" providerId="Windows Live" clId="Web-{ED23A09D-87B8-DF3B-98D2-FE68F293D40E}" dt="2025-11-21T19:08:30.187" v="137"/>
          <pc:sldLayoutMkLst>
            <pc:docMk/>
            <pc:sldMasterMk cId="1912752958" sldId="2147483713"/>
            <pc:sldLayoutMk cId="1291883141" sldId="2147483715"/>
          </pc:sldLayoutMkLst>
        </pc:sldLayoutChg>
        <pc:sldLayoutChg chg="add del mod replId">
          <pc:chgData name="Guest User" userId="" providerId="Windows Live" clId="Web-{ED23A09D-87B8-DF3B-98D2-FE68F293D40E}" dt="2025-11-21T19:08:30.187" v="137"/>
          <pc:sldLayoutMkLst>
            <pc:docMk/>
            <pc:sldMasterMk cId="1912752958" sldId="2147483713"/>
            <pc:sldLayoutMk cId="4074033625" sldId="2147483716"/>
          </pc:sldLayoutMkLst>
        </pc:sldLayoutChg>
        <pc:sldLayoutChg chg="add del mod replId">
          <pc:chgData name="Guest User" userId="" providerId="Windows Live" clId="Web-{ED23A09D-87B8-DF3B-98D2-FE68F293D40E}" dt="2025-11-21T19:08:30.187" v="137"/>
          <pc:sldLayoutMkLst>
            <pc:docMk/>
            <pc:sldMasterMk cId="1912752958" sldId="2147483713"/>
            <pc:sldLayoutMk cId="3179434740" sldId="2147483717"/>
          </pc:sldLayoutMkLst>
        </pc:sldLayoutChg>
        <pc:sldLayoutChg chg="add del mod replId">
          <pc:chgData name="Guest User" userId="" providerId="Windows Live" clId="Web-{ED23A09D-87B8-DF3B-98D2-FE68F293D40E}" dt="2025-11-21T19:08:30.187" v="137"/>
          <pc:sldLayoutMkLst>
            <pc:docMk/>
            <pc:sldMasterMk cId="1912752958" sldId="2147483713"/>
            <pc:sldLayoutMk cId="3694938118" sldId="2147483718"/>
          </pc:sldLayoutMkLst>
        </pc:sldLayoutChg>
        <pc:sldLayoutChg chg="add del mod replId">
          <pc:chgData name="Guest User" userId="" providerId="Windows Live" clId="Web-{ED23A09D-87B8-DF3B-98D2-FE68F293D40E}" dt="2025-11-21T19:08:30.187" v="137"/>
          <pc:sldLayoutMkLst>
            <pc:docMk/>
            <pc:sldMasterMk cId="1912752958" sldId="2147483713"/>
            <pc:sldLayoutMk cId="3953021433" sldId="2147483719"/>
          </pc:sldLayoutMkLst>
        </pc:sldLayoutChg>
        <pc:sldLayoutChg chg="add del mod replId">
          <pc:chgData name="Guest User" userId="" providerId="Windows Live" clId="Web-{ED23A09D-87B8-DF3B-98D2-FE68F293D40E}" dt="2025-11-21T19:08:30.187" v="137"/>
          <pc:sldLayoutMkLst>
            <pc:docMk/>
            <pc:sldMasterMk cId="1912752958" sldId="2147483713"/>
            <pc:sldLayoutMk cId="1950921799" sldId="2147483720"/>
          </pc:sldLayoutMkLst>
        </pc:sldLayoutChg>
        <pc:sldLayoutChg chg="add del mod replId">
          <pc:chgData name="Guest User" userId="" providerId="Windows Live" clId="Web-{ED23A09D-87B8-DF3B-98D2-FE68F293D40E}" dt="2025-11-21T19:08:30.187" v="137"/>
          <pc:sldLayoutMkLst>
            <pc:docMk/>
            <pc:sldMasterMk cId="1912752958" sldId="2147483713"/>
            <pc:sldLayoutMk cId="674146189" sldId="2147483721"/>
          </pc:sldLayoutMkLst>
        </pc:sldLayoutChg>
        <pc:sldLayoutChg chg="add del mod replId">
          <pc:chgData name="Guest User" userId="" providerId="Windows Live" clId="Web-{ED23A09D-87B8-DF3B-98D2-FE68F293D40E}" dt="2025-11-21T19:08:30.187" v="137"/>
          <pc:sldLayoutMkLst>
            <pc:docMk/>
            <pc:sldMasterMk cId="1912752958" sldId="2147483713"/>
            <pc:sldLayoutMk cId="3025196588" sldId="2147483722"/>
          </pc:sldLayoutMkLst>
        </pc:sldLayoutChg>
        <pc:sldLayoutChg chg="add del mod replId">
          <pc:chgData name="Guest User" userId="" providerId="Windows Live" clId="Web-{ED23A09D-87B8-DF3B-98D2-FE68F293D40E}" dt="2025-11-21T19:08:30.187" v="137"/>
          <pc:sldLayoutMkLst>
            <pc:docMk/>
            <pc:sldMasterMk cId="1912752958" sldId="2147483713"/>
            <pc:sldLayoutMk cId="2580085062" sldId="2147483723"/>
          </pc:sldLayoutMkLst>
        </pc:sldLayoutChg>
        <pc:sldLayoutChg chg="add del mod replId">
          <pc:chgData name="Guest User" userId="" providerId="Windows Live" clId="Web-{ED23A09D-87B8-DF3B-98D2-FE68F293D40E}" dt="2025-11-21T19:08:30.187" v="137"/>
          <pc:sldLayoutMkLst>
            <pc:docMk/>
            <pc:sldMasterMk cId="1912752958" sldId="2147483713"/>
            <pc:sldLayoutMk cId="1700313132" sldId="2147483724"/>
          </pc:sldLayoutMkLst>
        </pc:sldLayoutChg>
        <pc:sldLayoutChg chg="add del mod replId">
          <pc:chgData name="Guest User" userId="" providerId="Windows Live" clId="Web-{ED23A09D-87B8-DF3B-98D2-FE68F293D40E}" dt="2025-11-21T19:08:30.187" v="137"/>
          <pc:sldLayoutMkLst>
            <pc:docMk/>
            <pc:sldMasterMk cId="1912752958" sldId="2147483713"/>
            <pc:sldLayoutMk cId="696458284" sldId="2147483725"/>
          </pc:sldLayoutMkLst>
        </pc:sldLayoutChg>
        <pc:sldLayoutChg chg="add del mod replId">
          <pc:chgData name="Guest User" userId="" providerId="Windows Live" clId="Web-{ED23A09D-87B8-DF3B-98D2-FE68F293D40E}" dt="2025-11-21T19:08:30.187" v="137"/>
          <pc:sldLayoutMkLst>
            <pc:docMk/>
            <pc:sldMasterMk cId="1912752958" sldId="2147483713"/>
            <pc:sldLayoutMk cId="2132867980" sldId="2147483726"/>
          </pc:sldLayoutMkLst>
        </pc:sldLayoutChg>
        <pc:sldLayoutChg chg="add del mod replId">
          <pc:chgData name="Guest User" userId="" providerId="Windows Live" clId="Web-{ED23A09D-87B8-DF3B-98D2-FE68F293D40E}" dt="2025-11-21T19:08:30.187" v="137"/>
          <pc:sldLayoutMkLst>
            <pc:docMk/>
            <pc:sldMasterMk cId="1912752958" sldId="2147483713"/>
            <pc:sldLayoutMk cId="3179544135" sldId="2147483727"/>
          </pc:sldLayoutMkLst>
        </pc:sldLayoutChg>
        <pc:sldLayoutChg chg="add del mod replId">
          <pc:chgData name="Guest User" userId="" providerId="Windows Live" clId="Web-{ED23A09D-87B8-DF3B-98D2-FE68F293D40E}" dt="2025-11-21T19:08:30.187" v="137"/>
          <pc:sldLayoutMkLst>
            <pc:docMk/>
            <pc:sldMasterMk cId="1912752958" sldId="2147483713"/>
            <pc:sldLayoutMk cId="4246322982" sldId="2147483728"/>
          </pc:sldLayoutMkLst>
        </pc:sldLayoutChg>
        <pc:sldLayoutChg chg="add del mod replId">
          <pc:chgData name="Guest User" userId="" providerId="Windows Live" clId="Web-{ED23A09D-87B8-DF3B-98D2-FE68F293D40E}" dt="2025-11-21T19:08:30.187" v="137"/>
          <pc:sldLayoutMkLst>
            <pc:docMk/>
            <pc:sldMasterMk cId="1912752958" sldId="2147483713"/>
            <pc:sldLayoutMk cId="3205777609" sldId="2147483729"/>
          </pc:sldLayoutMkLst>
        </pc:sldLayoutChg>
        <pc:sldLayoutChg chg="add del mod replId">
          <pc:chgData name="Guest User" userId="" providerId="Windows Live" clId="Web-{ED23A09D-87B8-DF3B-98D2-FE68F293D40E}" dt="2025-11-21T19:08:30.187" v="137"/>
          <pc:sldLayoutMkLst>
            <pc:docMk/>
            <pc:sldMasterMk cId="1912752958" sldId="2147483713"/>
            <pc:sldLayoutMk cId="1884054839" sldId="2147483730"/>
          </pc:sldLayoutMkLst>
        </pc:sldLayoutChg>
        <pc:sldLayoutChg chg="add del mod replId">
          <pc:chgData name="Guest User" userId="" providerId="Windows Live" clId="Web-{ED23A09D-87B8-DF3B-98D2-FE68F293D40E}" dt="2025-11-21T19:08:30.187" v="137"/>
          <pc:sldLayoutMkLst>
            <pc:docMk/>
            <pc:sldMasterMk cId="1912752958" sldId="2147483713"/>
            <pc:sldLayoutMk cId="3738225849" sldId="2147483731"/>
          </pc:sldLayoutMkLst>
        </pc:sldLayoutChg>
        <pc:sldLayoutChg chg="add del mod replId">
          <pc:chgData name="Guest User" userId="" providerId="Windows Live" clId="Web-{ED23A09D-87B8-DF3B-98D2-FE68F293D40E}" dt="2025-11-21T19:08:30.187" v="137"/>
          <pc:sldLayoutMkLst>
            <pc:docMk/>
            <pc:sldMasterMk cId="1912752958" sldId="2147483713"/>
            <pc:sldLayoutMk cId="3540034676" sldId="2147483732"/>
          </pc:sldLayoutMkLst>
        </pc:sldLayoutChg>
        <pc:sldLayoutChg chg="add del mod replId">
          <pc:chgData name="Guest User" userId="" providerId="Windows Live" clId="Web-{ED23A09D-87B8-DF3B-98D2-FE68F293D40E}" dt="2025-11-21T19:08:30.187" v="137"/>
          <pc:sldLayoutMkLst>
            <pc:docMk/>
            <pc:sldMasterMk cId="1912752958" sldId="2147483713"/>
            <pc:sldLayoutMk cId="790543090" sldId="2147483733"/>
          </pc:sldLayoutMkLst>
        </pc:sldLayoutChg>
      </pc:sldMasterChg>
      <pc:sldMasterChg chg="add del addSldLayout delSldLayout modSldLayout">
        <pc:chgData name="Guest User" userId="" providerId="Windows Live" clId="Web-{ED23A09D-87B8-DF3B-98D2-FE68F293D40E}" dt="2025-11-21T19:08:44.969" v="138"/>
        <pc:sldMasterMkLst>
          <pc:docMk/>
          <pc:sldMasterMk cId="1316401637" sldId="2147483734"/>
        </pc:sldMasterMkLst>
        <pc:sldLayoutChg chg="add del mod replId">
          <pc:chgData name="Guest User" userId="" providerId="Windows Live" clId="Web-{ED23A09D-87B8-DF3B-98D2-FE68F293D40E}" dt="2025-11-21T19:08:44.969" v="138"/>
          <pc:sldLayoutMkLst>
            <pc:docMk/>
            <pc:sldMasterMk cId="1316401637" sldId="2147483734"/>
            <pc:sldLayoutMk cId="3648821057" sldId="2147483735"/>
          </pc:sldLayoutMkLst>
        </pc:sldLayoutChg>
        <pc:sldLayoutChg chg="add del mod replId">
          <pc:chgData name="Guest User" userId="" providerId="Windows Live" clId="Web-{ED23A09D-87B8-DF3B-98D2-FE68F293D40E}" dt="2025-11-21T19:08:44.969" v="138"/>
          <pc:sldLayoutMkLst>
            <pc:docMk/>
            <pc:sldMasterMk cId="1316401637" sldId="2147483734"/>
            <pc:sldLayoutMk cId="1369607504" sldId="2147483736"/>
          </pc:sldLayoutMkLst>
        </pc:sldLayoutChg>
        <pc:sldLayoutChg chg="add del mod replId">
          <pc:chgData name="Guest User" userId="" providerId="Windows Live" clId="Web-{ED23A09D-87B8-DF3B-98D2-FE68F293D40E}" dt="2025-11-21T19:08:44.969" v="138"/>
          <pc:sldLayoutMkLst>
            <pc:docMk/>
            <pc:sldMasterMk cId="1316401637" sldId="2147483734"/>
            <pc:sldLayoutMk cId="564066269" sldId="2147483737"/>
          </pc:sldLayoutMkLst>
        </pc:sldLayoutChg>
        <pc:sldLayoutChg chg="add del mod replId">
          <pc:chgData name="Guest User" userId="" providerId="Windows Live" clId="Web-{ED23A09D-87B8-DF3B-98D2-FE68F293D40E}" dt="2025-11-21T19:08:44.969" v="138"/>
          <pc:sldLayoutMkLst>
            <pc:docMk/>
            <pc:sldMasterMk cId="1316401637" sldId="2147483734"/>
            <pc:sldLayoutMk cId="3234185841" sldId="2147483738"/>
          </pc:sldLayoutMkLst>
        </pc:sldLayoutChg>
        <pc:sldLayoutChg chg="add del mod replId">
          <pc:chgData name="Guest User" userId="" providerId="Windows Live" clId="Web-{ED23A09D-87B8-DF3B-98D2-FE68F293D40E}" dt="2025-11-21T19:08:44.969" v="138"/>
          <pc:sldLayoutMkLst>
            <pc:docMk/>
            <pc:sldMasterMk cId="1316401637" sldId="2147483734"/>
            <pc:sldLayoutMk cId="3830687194" sldId="2147483739"/>
          </pc:sldLayoutMkLst>
        </pc:sldLayoutChg>
        <pc:sldLayoutChg chg="add del mod replId">
          <pc:chgData name="Guest User" userId="" providerId="Windows Live" clId="Web-{ED23A09D-87B8-DF3B-98D2-FE68F293D40E}" dt="2025-11-21T19:08:44.969" v="138"/>
          <pc:sldLayoutMkLst>
            <pc:docMk/>
            <pc:sldMasterMk cId="1316401637" sldId="2147483734"/>
            <pc:sldLayoutMk cId="332239954" sldId="2147483740"/>
          </pc:sldLayoutMkLst>
        </pc:sldLayoutChg>
        <pc:sldLayoutChg chg="add del mod replId">
          <pc:chgData name="Guest User" userId="" providerId="Windows Live" clId="Web-{ED23A09D-87B8-DF3B-98D2-FE68F293D40E}" dt="2025-11-21T19:08:44.969" v="138"/>
          <pc:sldLayoutMkLst>
            <pc:docMk/>
            <pc:sldMasterMk cId="1316401637" sldId="2147483734"/>
            <pc:sldLayoutMk cId="1630022905" sldId="2147483741"/>
          </pc:sldLayoutMkLst>
        </pc:sldLayoutChg>
        <pc:sldLayoutChg chg="add del mod replId">
          <pc:chgData name="Guest User" userId="" providerId="Windows Live" clId="Web-{ED23A09D-87B8-DF3B-98D2-FE68F293D40E}" dt="2025-11-21T19:08:44.969" v="138"/>
          <pc:sldLayoutMkLst>
            <pc:docMk/>
            <pc:sldMasterMk cId="1316401637" sldId="2147483734"/>
            <pc:sldLayoutMk cId="1748179250" sldId="2147483742"/>
          </pc:sldLayoutMkLst>
        </pc:sldLayoutChg>
        <pc:sldLayoutChg chg="add del mod replId">
          <pc:chgData name="Guest User" userId="" providerId="Windows Live" clId="Web-{ED23A09D-87B8-DF3B-98D2-FE68F293D40E}" dt="2025-11-21T19:08:44.969" v="138"/>
          <pc:sldLayoutMkLst>
            <pc:docMk/>
            <pc:sldMasterMk cId="1316401637" sldId="2147483734"/>
            <pc:sldLayoutMk cId="1453349385" sldId="2147483743"/>
          </pc:sldLayoutMkLst>
        </pc:sldLayoutChg>
        <pc:sldLayoutChg chg="add del mod replId">
          <pc:chgData name="Guest User" userId="" providerId="Windows Live" clId="Web-{ED23A09D-87B8-DF3B-98D2-FE68F293D40E}" dt="2025-11-21T19:08:44.969" v="138"/>
          <pc:sldLayoutMkLst>
            <pc:docMk/>
            <pc:sldMasterMk cId="1316401637" sldId="2147483734"/>
            <pc:sldLayoutMk cId="4144414537" sldId="2147483744"/>
          </pc:sldLayoutMkLst>
        </pc:sldLayoutChg>
        <pc:sldLayoutChg chg="add del mod replId">
          <pc:chgData name="Guest User" userId="" providerId="Windows Live" clId="Web-{ED23A09D-87B8-DF3B-98D2-FE68F293D40E}" dt="2025-11-21T19:08:44.969" v="138"/>
          <pc:sldLayoutMkLst>
            <pc:docMk/>
            <pc:sldMasterMk cId="1316401637" sldId="2147483734"/>
            <pc:sldLayoutMk cId="4293732594" sldId="2147483745"/>
          </pc:sldLayoutMkLst>
        </pc:sldLayoutChg>
        <pc:sldLayoutChg chg="add del mod replId">
          <pc:chgData name="Guest User" userId="" providerId="Windows Live" clId="Web-{ED23A09D-87B8-DF3B-98D2-FE68F293D40E}" dt="2025-11-21T19:08:44.969" v="138"/>
          <pc:sldLayoutMkLst>
            <pc:docMk/>
            <pc:sldMasterMk cId="1316401637" sldId="2147483734"/>
            <pc:sldLayoutMk cId="511567964" sldId="2147483746"/>
          </pc:sldLayoutMkLst>
        </pc:sldLayoutChg>
        <pc:sldLayoutChg chg="add del mod replId">
          <pc:chgData name="Guest User" userId="" providerId="Windows Live" clId="Web-{ED23A09D-87B8-DF3B-98D2-FE68F293D40E}" dt="2025-11-21T19:08:44.969" v="138"/>
          <pc:sldLayoutMkLst>
            <pc:docMk/>
            <pc:sldMasterMk cId="1316401637" sldId="2147483734"/>
            <pc:sldLayoutMk cId="3838980808" sldId="2147483747"/>
          </pc:sldLayoutMkLst>
        </pc:sldLayoutChg>
        <pc:sldLayoutChg chg="add del mod replId">
          <pc:chgData name="Guest User" userId="" providerId="Windows Live" clId="Web-{ED23A09D-87B8-DF3B-98D2-FE68F293D40E}" dt="2025-11-21T19:08:44.969" v="138"/>
          <pc:sldLayoutMkLst>
            <pc:docMk/>
            <pc:sldMasterMk cId="1316401637" sldId="2147483734"/>
            <pc:sldLayoutMk cId="793611883" sldId="2147483748"/>
          </pc:sldLayoutMkLst>
        </pc:sldLayoutChg>
      </pc:sldMasterChg>
      <pc:sldMasterChg chg="add addSldLayout modSldLayout">
        <pc:chgData name="Guest User" userId="" providerId="Windows Live" clId="Web-{ED23A09D-87B8-DF3B-98D2-FE68F293D40E}" dt="2025-11-21T19:08:44.969" v="138"/>
        <pc:sldMasterMkLst>
          <pc:docMk/>
          <pc:sldMasterMk cId="94973730" sldId="2147483749"/>
        </pc:sldMasterMkLst>
        <pc:sldLayoutChg chg="add mod replId">
          <pc:chgData name="Guest User" userId="" providerId="Windows Live" clId="Web-{ED23A09D-87B8-DF3B-98D2-FE68F293D40E}" dt="2025-11-21T19:08:44.969" v="138"/>
          <pc:sldLayoutMkLst>
            <pc:docMk/>
            <pc:sldMasterMk cId="94973730" sldId="2147483749"/>
            <pc:sldLayoutMk cId="1830026362" sldId="2147483750"/>
          </pc:sldLayoutMkLst>
        </pc:sldLayoutChg>
        <pc:sldLayoutChg chg="add mod replId">
          <pc:chgData name="Guest User" userId="" providerId="Windows Live" clId="Web-{ED23A09D-87B8-DF3B-98D2-FE68F293D40E}" dt="2025-11-21T19:08:44.969" v="138"/>
          <pc:sldLayoutMkLst>
            <pc:docMk/>
            <pc:sldMasterMk cId="94973730" sldId="2147483749"/>
            <pc:sldLayoutMk cId="42066878" sldId="2147483751"/>
          </pc:sldLayoutMkLst>
        </pc:sldLayoutChg>
        <pc:sldLayoutChg chg="add mod replId">
          <pc:chgData name="Guest User" userId="" providerId="Windows Live" clId="Web-{ED23A09D-87B8-DF3B-98D2-FE68F293D40E}" dt="2025-11-21T19:08:44.969" v="138"/>
          <pc:sldLayoutMkLst>
            <pc:docMk/>
            <pc:sldMasterMk cId="94973730" sldId="2147483749"/>
            <pc:sldLayoutMk cId="1196139289" sldId="2147483752"/>
          </pc:sldLayoutMkLst>
        </pc:sldLayoutChg>
        <pc:sldLayoutChg chg="add mod replId">
          <pc:chgData name="Guest User" userId="" providerId="Windows Live" clId="Web-{ED23A09D-87B8-DF3B-98D2-FE68F293D40E}" dt="2025-11-21T19:08:44.969" v="138"/>
          <pc:sldLayoutMkLst>
            <pc:docMk/>
            <pc:sldMasterMk cId="94973730" sldId="2147483749"/>
            <pc:sldLayoutMk cId="2063988591" sldId="2147483753"/>
          </pc:sldLayoutMkLst>
        </pc:sldLayoutChg>
        <pc:sldLayoutChg chg="add mod replId">
          <pc:chgData name="Guest User" userId="" providerId="Windows Live" clId="Web-{ED23A09D-87B8-DF3B-98D2-FE68F293D40E}" dt="2025-11-21T19:08:44.969" v="138"/>
          <pc:sldLayoutMkLst>
            <pc:docMk/>
            <pc:sldMasterMk cId="94973730" sldId="2147483749"/>
            <pc:sldLayoutMk cId="2867138214" sldId="2147483754"/>
          </pc:sldLayoutMkLst>
        </pc:sldLayoutChg>
        <pc:sldLayoutChg chg="add mod replId">
          <pc:chgData name="Guest User" userId="" providerId="Windows Live" clId="Web-{ED23A09D-87B8-DF3B-98D2-FE68F293D40E}" dt="2025-11-21T19:08:44.969" v="138"/>
          <pc:sldLayoutMkLst>
            <pc:docMk/>
            <pc:sldMasterMk cId="94973730" sldId="2147483749"/>
            <pc:sldLayoutMk cId="3992317631" sldId="2147483755"/>
          </pc:sldLayoutMkLst>
        </pc:sldLayoutChg>
        <pc:sldLayoutChg chg="add mod replId">
          <pc:chgData name="Guest User" userId="" providerId="Windows Live" clId="Web-{ED23A09D-87B8-DF3B-98D2-FE68F293D40E}" dt="2025-11-21T19:08:44.969" v="138"/>
          <pc:sldLayoutMkLst>
            <pc:docMk/>
            <pc:sldMasterMk cId="94973730" sldId="2147483749"/>
            <pc:sldLayoutMk cId="1993698449" sldId="2147483756"/>
          </pc:sldLayoutMkLst>
        </pc:sldLayoutChg>
        <pc:sldLayoutChg chg="add mod replId">
          <pc:chgData name="Guest User" userId="" providerId="Windows Live" clId="Web-{ED23A09D-87B8-DF3B-98D2-FE68F293D40E}" dt="2025-11-21T19:08:44.969" v="138"/>
          <pc:sldLayoutMkLst>
            <pc:docMk/>
            <pc:sldMasterMk cId="94973730" sldId="2147483749"/>
            <pc:sldLayoutMk cId="2694492710" sldId="2147483757"/>
          </pc:sldLayoutMkLst>
        </pc:sldLayoutChg>
        <pc:sldLayoutChg chg="add mod replId">
          <pc:chgData name="Guest User" userId="" providerId="Windows Live" clId="Web-{ED23A09D-87B8-DF3B-98D2-FE68F293D40E}" dt="2025-11-21T19:08:44.969" v="138"/>
          <pc:sldLayoutMkLst>
            <pc:docMk/>
            <pc:sldMasterMk cId="94973730" sldId="2147483749"/>
            <pc:sldLayoutMk cId="4189963473" sldId="2147483758"/>
          </pc:sldLayoutMkLst>
        </pc:sldLayoutChg>
        <pc:sldLayoutChg chg="add mod replId">
          <pc:chgData name="Guest User" userId="" providerId="Windows Live" clId="Web-{ED23A09D-87B8-DF3B-98D2-FE68F293D40E}" dt="2025-11-21T19:08:44.969" v="138"/>
          <pc:sldLayoutMkLst>
            <pc:docMk/>
            <pc:sldMasterMk cId="94973730" sldId="2147483749"/>
            <pc:sldLayoutMk cId="1910021186" sldId="2147483759"/>
          </pc:sldLayoutMkLst>
        </pc:sldLayoutChg>
        <pc:sldLayoutChg chg="add mod replId">
          <pc:chgData name="Guest User" userId="" providerId="Windows Live" clId="Web-{ED23A09D-87B8-DF3B-98D2-FE68F293D40E}" dt="2025-11-21T19:08:44.969" v="138"/>
          <pc:sldLayoutMkLst>
            <pc:docMk/>
            <pc:sldMasterMk cId="94973730" sldId="2147483749"/>
            <pc:sldLayoutMk cId="2556968441" sldId="2147483760"/>
          </pc:sldLayoutMkLst>
        </pc:sldLayoutChg>
        <pc:sldLayoutChg chg="add mod replId">
          <pc:chgData name="Guest User" userId="" providerId="Windows Live" clId="Web-{ED23A09D-87B8-DF3B-98D2-FE68F293D40E}" dt="2025-11-21T19:08:44.969" v="138"/>
          <pc:sldLayoutMkLst>
            <pc:docMk/>
            <pc:sldMasterMk cId="94973730" sldId="2147483749"/>
            <pc:sldLayoutMk cId="680366566" sldId="2147483761"/>
          </pc:sldLayoutMkLst>
        </pc:sldLayoutChg>
        <pc:sldLayoutChg chg="add mod replId">
          <pc:chgData name="Guest User" userId="" providerId="Windows Live" clId="Web-{ED23A09D-87B8-DF3B-98D2-FE68F293D40E}" dt="2025-11-21T19:08:44.969" v="138"/>
          <pc:sldLayoutMkLst>
            <pc:docMk/>
            <pc:sldMasterMk cId="94973730" sldId="2147483749"/>
            <pc:sldLayoutMk cId="265008387" sldId="2147483762"/>
          </pc:sldLayoutMkLst>
        </pc:sldLayoutChg>
        <pc:sldLayoutChg chg="add mod replId">
          <pc:chgData name="Guest User" userId="" providerId="Windows Live" clId="Web-{ED23A09D-87B8-DF3B-98D2-FE68F293D40E}" dt="2025-11-21T19:08:44.969" v="138"/>
          <pc:sldLayoutMkLst>
            <pc:docMk/>
            <pc:sldMasterMk cId="94973730" sldId="2147483749"/>
            <pc:sldLayoutMk cId="4181401557" sldId="2147483763"/>
          </pc:sldLayoutMkLst>
        </pc:sldLayoutChg>
      </pc:sldMasterChg>
      <pc:sldMasterChg chg="del delSldLayout">
        <pc:chgData name="Guest User" userId="" providerId="Windows Live" clId="Web-{ED23A09D-87B8-DF3B-98D2-FE68F293D40E}" dt="2025-11-21T19:23:39.751" v="151"/>
        <pc:sldMasterMkLst>
          <pc:docMk/>
          <pc:sldMasterMk cId="1479420966" sldId="2147483764"/>
        </pc:sldMasterMkLst>
        <pc:sldLayoutChg chg="del">
          <pc:chgData name="Guest User" userId="" providerId="Windows Live" clId="Web-{ED23A09D-87B8-DF3B-98D2-FE68F293D40E}" dt="2025-11-21T19:23:39.751" v="151"/>
          <pc:sldLayoutMkLst>
            <pc:docMk/>
            <pc:sldMasterMk cId="1479420966" sldId="2147483764"/>
            <pc:sldLayoutMk cId="2846816788" sldId="2147483765"/>
          </pc:sldLayoutMkLst>
        </pc:sldLayoutChg>
        <pc:sldLayoutChg chg="del">
          <pc:chgData name="Guest User" userId="" providerId="Windows Live" clId="Web-{ED23A09D-87B8-DF3B-98D2-FE68F293D40E}" dt="2025-11-21T19:23:39.751" v="151"/>
          <pc:sldLayoutMkLst>
            <pc:docMk/>
            <pc:sldMasterMk cId="1479420966" sldId="2147483764"/>
            <pc:sldLayoutMk cId="848833312" sldId="2147483766"/>
          </pc:sldLayoutMkLst>
        </pc:sldLayoutChg>
        <pc:sldLayoutChg chg="del">
          <pc:chgData name="Guest User" userId="" providerId="Windows Live" clId="Web-{ED23A09D-87B8-DF3B-98D2-FE68F293D40E}" dt="2025-11-21T19:23:39.751" v="151"/>
          <pc:sldLayoutMkLst>
            <pc:docMk/>
            <pc:sldMasterMk cId="1479420966" sldId="2147483764"/>
            <pc:sldLayoutMk cId="3595911655" sldId="2147483767"/>
          </pc:sldLayoutMkLst>
        </pc:sldLayoutChg>
        <pc:sldLayoutChg chg="del">
          <pc:chgData name="Guest User" userId="" providerId="Windows Live" clId="Web-{ED23A09D-87B8-DF3B-98D2-FE68F293D40E}" dt="2025-11-21T19:23:39.751" v="151"/>
          <pc:sldLayoutMkLst>
            <pc:docMk/>
            <pc:sldMasterMk cId="1479420966" sldId="2147483764"/>
            <pc:sldLayoutMk cId="3668497960" sldId="2147483768"/>
          </pc:sldLayoutMkLst>
        </pc:sldLayoutChg>
        <pc:sldLayoutChg chg="del">
          <pc:chgData name="Guest User" userId="" providerId="Windows Live" clId="Web-{ED23A09D-87B8-DF3B-98D2-FE68F293D40E}" dt="2025-11-21T19:23:39.751" v="151"/>
          <pc:sldLayoutMkLst>
            <pc:docMk/>
            <pc:sldMasterMk cId="1479420966" sldId="2147483764"/>
            <pc:sldLayoutMk cId="3420716031" sldId="2147483769"/>
          </pc:sldLayoutMkLst>
        </pc:sldLayoutChg>
        <pc:sldLayoutChg chg="del">
          <pc:chgData name="Guest User" userId="" providerId="Windows Live" clId="Web-{ED23A09D-87B8-DF3B-98D2-FE68F293D40E}" dt="2025-11-21T19:23:39.751" v="151"/>
          <pc:sldLayoutMkLst>
            <pc:docMk/>
            <pc:sldMasterMk cId="1479420966" sldId="2147483764"/>
            <pc:sldLayoutMk cId="1071565078" sldId="2147483770"/>
          </pc:sldLayoutMkLst>
        </pc:sldLayoutChg>
        <pc:sldLayoutChg chg="del">
          <pc:chgData name="Guest User" userId="" providerId="Windows Live" clId="Web-{ED23A09D-87B8-DF3B-98D2-FE68F293D40E}" dt="2025-11-21T19:23:39.751" v="151"/>
          <pc:sldLayoutMkLst>
            <pc:docMk/>
            <pc:sldMasterMk cId="1479420966" sldId="2147483764"/>
            <pc:sldLayoutMk cId="2146182974" sldId="2147483771"/>
          </pc:sldLayoutMkLst>
        </pc:sldLayoutChg>
        <pc:sldLayoutChg chg="del">
          <pc:chgData name="Guest User" userId="" providerId="Windows Live" clId="Web-{ED23A09D-87B8-DF3B-98D2-FE68F293D40E}" dt="2025-11-21T19:23:39.751" v="151"/>
          <pc:sldLayoutMkLst>
            <pc:docMk/>
            <pc:sldMasterMk cId="1479420966" sldId="2147483764"/>
            <pc:sldLayoutMk cId="844705688" sldId="2147483772"/>
          </pc:sldLayoutMkLst>
        </pc:sldLayoutChg>
        <pc:sldLayoutChg chg="del">
          <pc:chgData name="Guest User" userId="" providerId="Windows Live" clId="Web-{ED23A09D-87B8-DF3B-98D2-FE68F293D40E}" dt="2025-11-21T19:23:39.751" v="151"/>
          <pc:sldLayoutMkLst>
            <pc:docMk/>
            <pc:sldMasterMk cId="1479420966" sldId="2147483764"/>
            <pc:sldLayoutMk cId="3049604997" sldId="2147483773"/>
          </pc:sldLayoutMkLst>
        </pc:sldLayoutChg>
        <pc:sldLayoutChg chg="del">
          <pc:chgData name="Guest User" userId="" providerId="Windows Live" clId="Web-{ED23A09D-87B8-DF3B-98D2-FE68F293D40E}" dt="2025-11-21T19:23:39.751" v="151"/>
          <pc:sldLayoutMkLst>
            <pc:docMk/>
            <pc:sldMasterMk cId="1479420966" sldId="2147483764"/>
            <pc:sldLayoutMk cId="1051527401" sldId="2147483774"/>
          </pc:sldLayoutMkLst>
        </pc:sldLayoutChg>
        <pc:sldLayoutChg chg="del">
          <pc:chgData name="Guest User" userId="" providerId="Windows Live" clId="Web-{ED23A09D-87B8-DF3B-98D2-FE68F293D40E}" dt="2025-11-21T19:23:39.751" v="151"/>
          <pc:sldLayoutMkLst>
            <pc:docMk/>
            <pc:sldMasterMk cId="1479420966" sldId="2147483764"/>
            <pc:sldLayoutMk cId="1949449031" sldId="2147483775"/>
          </pc:sldLayoutMkLst>
        </pc:sldLayoutChg>
        <pc:sldLayoutChg chg="del">
          <pc:chgData name="Guest User" userId="" providerId="Windows Live" clId="Web-{ED23A09D-87B8-DF3B-98D2-FE68F293D40E}" dt="2025-11-21T19:23:39.751" v="151"/>
          <pc:sldLayoutMkLst>
            <pc:docMk/>
            <pc:sldMasterMk cId="1479420966" sldId="2147483764"/>
            <pc:sldLayoutMk cId="3126695730" sldId="2147483776"/>
          </pc:sldLayoutMkLst>
        </pc:sldLayoutChg>
        <pc:sldLayoutChg chg="del">
          <pc:chgData name="Guest User" userId="" providerId="Windows Live" clId="Web-{ED23A09D-87B8-DF3B-98D2-FE68F293D40E}" dt="2025-11-21T19:23:39.751" v="151"/>
          <pc:sldLayoutMkLst>
            <pc:docMk/>
            <pc:sldMasterMk cId="1479420966" sldId="2147483764"/>
            <pc:sldLayoutMk cId="2467106952" sldId="2147483777"/>
          </pc:sldLayoutMkLst>
        </pc:sldLayoutChg>
        <pc:sldLayoutChg chg="del">
          <pc:chgData name="Guest User" userId="" providerId="Windows Live" clId="Web-{ED23A09D-87B8-DF3B-98D2-FE68F293D40E}" dt="2025-11-21T19:23:39.751" v="151"/>
          <pc:sldLayoutMkLst>
            <pc:docMk/>
            <pc:sldMasterMk cId="1479420966" sldId="2147483764"/>
            <pc:sldLayoutMk cId="4188533840" sldId="2147483778"/>
          </pc:sldLayoutMkLst>
        </pc:sldLayoutChg>
      </pc:sldMasterChg>
      <pc:sldMasterChg chg="add addSldLayout modSldLayout">
        <pc:chgData name="Guest User" userId="" providerId="Windows Live" clId="Web-{ED23A09D-87B8-DF3B-98D2-FE68F293D40E}" dt="2025-11-21T19:23:39.751" v="151"/>
        <pc:sldMasterMkLst>
          <pc:docMk/>
          <pc:sldMasterMk cId="1559501754" sldId="2147483779"/>
        </pc:sldMasterMkLst>
        <pc:sldLayoutChg chg="add mod replId">
          <pc:chgData name="Guest User" userId="" providerId="Windows Live" clId="Web-{ED23A09D-87B8-DF3B-98D2-FE68F293D40E}" dt="2025-11-21T19:23:39.751" v="151"/>
          <pc:sldLayoutMkLst>
            <pc:docMk/>
            <pc:sldMasterMk cId="1559501754" sldId="2147483779"/>
            <pc:sldLayoutMk cId="2967392341" sldId="2147483780"/>
          </pc:sldLayoutMkLst>
        </pc:sldLayoutChg>
        <pc:sldLayoutChg chg="add mod replId">
          <pc:chgData name="Guest User" userId="" providerId="Windows Live" clId="Web-{ED23A09D-87B8-DF3B-98D2-FE68F293D40E}" dt="2025-11-21T19:23:39.751" v="151"/>
          <pc:sldLayoutMkLst>
            <pc:docMk/>
            <pc:sldMasterMk cId="1559501754" sldId="2147483779"/>
            <pc:sldLayoutMk cId="3213996495" sldId="2147483781"/>
          </pc:sldLayoutMkLst>
        </pc:sldLayoutChg>
        <pc:sldLayoutChg chg="add mod replId">
          <pc:chgData name="Guest User" userId="" providerId="Windows Live" clId="Web-{ED23A09D-87B8-DF3B-98D2-FE68F293D40E}" dt="2025-11-21T19:23:39.751" v="151"/>
          <pc:sldLayoutMkLst>
            <pc:docMk/>
            <pc:sldMasterMk cId="1559501754" sldId="2147483779"/>
            <pc:sldLayoutMk cId="978569406" sldId="2147483782"/>
          </pc:sldLayoutMkLst>
        </pc:sldLayoutChg>
        <pc:sldLayoutChg chg="add mod replId">
          <pc:chgData name="Guest User" userId="" providerId="Windows Live" clId="Web-{ED23A09D-87B8-DF3B-98D2-FE68F293D40E}" dt="2025-11-21T19:23:39.751" v="151"/>
          <pc:sldLayoutMkLst>
            <pc:docMk/>
            <pc:sldMasterMk cId="1559501754" sldId="2147483779"/>
            <pc:sldLayoutMk cId="3940550071" sldId="2147483783"/>
          </pc:sldLayoutMkLst>
        </pc:sldLayoutChg>
        <pc:sldLayoutChg chg="add mod replId">
          <pc:chgData name="Guest User" userId="" providerId="Windows Live" clId="Web-{ED23A09D-87B8-DF3B-98D2-FE68F293D40E}" dt="2025-11-21T19:23:39.751" v="151"/>
          <pc:sldLayoutMkLst>
            <pc:docMk/>
            <pc:sldMasterMk cId="1559501754" sldId="2147483779"/>
            <pc:sldLayoutMk cId="690072779" sldId="2147483784"/>
          </pc:sldLayoutMkLst>
        </pc:sldLayoutChg>
        <pc:sldLayoutChg chg="add mod replId">
          <pc:chgData name="Guest User" userId="" providerId="Windows Live" clId="Web-{ED23A09D-87B8-DF3B-98D2-FE68F293D40E}" dt="2025-11-21T19:23:39.751" v="151"/>
          <pc:sldLayoutMkLst>
            <pc:docMk/>
            <pc:sldMasterMk cId="1559501754" sldId="2147483779"/>
            <pc:sldLayoutMk cId="716862079" sldId="2147483785"/>
          </pc:sldLayoutMkLst>
        </pc:sldLayoutChg>
        <pc:sldLayoutChg chg="add mod replId">
          <pc:chgData name="Guest User" userId="" providerId="Windows Live" clId="Web-{ED23A09D-87B8-DF3B-98D2-FE68F293D40E}" dt="2025-11-21T19:23:39.751" v="151"/>
          <pc:sldLayoutMkLst>
            <pc:docMk/>
            <pc:sldMasterMk cId="1559501754" sldId="2147483779"/>
            <pc:sldLayoutMk cId="3145010498" sldId="2147483786"/>
          </pc:sldLayoutMkLst>
        </pc:sldLayoutChg>
        <pc:sldLayoutChg chg="add mod replId">
          <pc:chgData name="Guest User" userId="" providerId="Windows Live" clId="Web-{ED23A09D-87B8-DF3B-98D2-FE68F293D40E}" dt="2025-11-21T19:23:39.751" v="151"/>
          <pc:sldLayoutMkLst>
            <pc:docMk/>
            <pc:sldMasterMk cId="1559501754" sldId="2147483779"/>
            <pc:sldLayoutMk cId="2198485452" sldId="2147483787"/>
          </pc:sldLayoutMkLst>
        </pc:sldLayoutChg>
        <pc:sldLayoutChg chg="add mod replId">
          <pc:chgData name="Guest User" userId="" providerId="Windows Live" clId="Web-{ED23A09D-87B8-DF3B-98D2-FE68F293D40E}" dt="2025-11-21T19:23:39.751" v="151"/>
          <pc:sldLayoutMkLst>
            <pc:docMk/>
            <pc:sldMasterMk cId="1559501754" sldId="2147483779"/>
            <pc:sldLayoutMk cId="2654055867" sldId="2147483788"/>
          </pc:sldLayoutMkLst>
        </pc:sldLayoutChg>
        <pc:sldLayoutChg chg="add mod replId">
          <pc:chgData name="Guest User" userId="" providerId="Windows Live" clId="Web-{ED23A09D-87B8-DF3B-98D2-FE68F293D40E}" dt="2025-11-21T19:23:39.751" v="151"/>
          <pc:sldLayoutMkLst>
            <pc:docMk/>
            <pc:sldMasterMk cId="1559501754" sldId="2147483779"/>
            <pc:sldLayoutMk cId="1883734668" sldId="2147483789"/>
          </pc:sldLayoutMkLst>
        </pc:sldLayoutChg>
        <pc:sldLayoutChg chg="add mod replId">
          <pc:chgData name="Guest User" userId="" providerId="Windows Live" clId="Web-{ED23A09D-87B8-DF3B-98D2-FE68F293D40E}" dt="2025-11-21T19:23:39.751" v="151"/>
          <pc:sldLayoutMkLst>
            <pc:docMk/>
            <pc:sldMasterMk cId="1559501754" sldId="2147483779"/>
            <pc:sldLayoutMk cId="1448663735" sldId="2147483790"/>
          </pc:sldLayoutMkLst>
        </pc:sldLayoutChg>
        <pc:sldLayoutChg chg="add mod replId">
          <pc:chgData name="Guest User" userId="" providerId="Windows Live" clId="Web-{ED23A09D-87B8-DF3B-98D2-FE68F293D40E}" dt="2025-11-21T19:23:39.751" v="151"/>
          <pc:sldLayoutMkLst>
            <pc:docMk/>
            <pc:sldMasterMk cId="1559501754" sldId="2147483779"/>
            <pc:sldLayoutMk cId="3296092347" sldId="2147483791"/>
          </pc:sldLayoutMkLst>
        </pc:sldLayoutChg>
        <pc:sldLayoutChg chg="add mod replId">
          <pc:chgData name="Guest User" userId="" providerId="Windows Live" clId="Web-{ED23A09D-87B8-DF3B-98D2-FE68F293D40E}" dt="2025-11-21T19:23:39.751" v="151"/>
          <pc:sldLayoutMkLst>
            <pc:docMk/>
            <pc:sldMasterMk cId="1559501754" sldId="2147483779"/>
            <pc:sldLayoutMk cId="451658875" sldId="2147483792"/>
          </pc:sldLayoutMkLst>
        </pc:sldLayoutChg>
        <pc:sldLayoutChg chg="add mod replId">
          <pc:chgData name="Guest User" userId="" providerId="Windows Live" clId="Web-{ED23A09D-87B8-DF3B-98D2-FE68F293D40E}" dt="2025-11-21T19:23:39.751" v="151"/>
          <pc:sldLayoutMkLst>
            <pc:docMk/>
            <pc:sldMasterMk cId="1559501754" sldId="2147483779"/>
            <pc:sldLayoutMk cId="602616768" sldId="2147483793"/>
          </pc:sldLayoutMkLst>
        </pc:sldLayoutChg>
      </pc:sldMasterChg>
    </pc:docChg>
  </pc:docChgLst>
  <pc:docChgLst>
    <pc:chgData name="Shuva Mukhopadhyay" userId="c9bcf94a79d2420e" providerId="LiveId" clId="{E7B30D24-FBCF-4C93-862A-5490E7E0778D}"/>
    <pc:docChg chg="undo redo custSel addSld delSld modSld sldOrd modSection">
      <pc:chgData name="Shuva Mukhopadhyay" userId="c9bcf94a79d2420e" providerId="LiveId" clId="{E7B30D24-FBCF-4C93-862A-5490E7E0778D}" dt="2025-11-21T21:23:29.340" v="3085" actId="2711"/>
      <pc:docMkLst>
        <pc:docMk/>
      </pc:docMkLst>
      <pc:sldChg chg="addSp delSp modSp mod setBg modAnim">
        <pc:chgData name="Shuva Mukhopadhyay" userId="c9bcf94a79d2420e" providerId="LiveId" clId="{E7B30D24-FBCF-4C93-862A-5490E7E0778D}" dt="2025-11-21T21:10:18.310" v="3051" actId="14100"/>
        <pc:sldMkLst>
          <pc:docMk/>
          <pc:sldMk cId="2198906803" sldId="2561"/>
        </pc:sldMkLst>
        <pc:spChg chg="mod">
          <ac:chgData name="Shuva Mukhopadhyay" userId="c9bcf94a79d2420e" providerId="LiveId" clId="{E7B30D24-FBCF-4C93-862A-5490E7E0778D}" dt="2025-11-21T19:33:34.893" v="1235" actId="20577"/>
          <ac:spMkLst>
            <pc:docMk/>
            <pc:sldMk cId="2198906803" sldId="2561"/>
            <ac:spMk id="2" creationId="{6832E267-E8D7-B5B3-707C-32964F204530}"/>
          </ac:spMkLst>
        </pc:spChg>
        <pc:spChg chg="mod">
          <ac:chgData name="Shuva Mukhopadhyay" userId="c9bcf94a79d2420e" providerId="LiveId" clId="{E7B30D24-FBCF-4C93-862A-5490E7E0778D}" dt="2025-11-21T19:33:42.226" v="1238" actId="14100"/>
          <ac:spMkLst>
            <pc:docMk/>
            <pc:sldMk cId="2198906803" sldId="2561"/>
            <ac:spMk id="3" creationId="{F577CDD4-E74B-79D3-6612-D50D26DC184D}"/>
          </ac:spMkLst>
        </pc:spChg>
        <pc:spChg chg="add del">
          <ac:chgData name="Shuva Mukhopadhyay" userId="c9bcf94a79d2420e" providerId="LiveId" clId="{E7B30D24-FBCF-4C93-862A-5490E7E0778D}" dt="2025-11-21T18:14:45.653" v="968" actId="22"/>
          <ac:spMkLst>
            <pc:docMk/>
            <pc:sldMk cId="2198906803" sldId="2561"/>
            <ac:spMk id="5" creationId="{A45F8FEE-C6BB-FB05-3CBA-4A371C0D8F9E}"/>
          </ac:spMkLst>
        </pc:spChg>
        <pc:spChg chg="mod">
          <ac:chgData name="Shuva Mukhopadhyay" userId="c9bcf94a79d2420e" providerId="LiveId" clId="{E7B30D24-FBCF-4C93-862A-5490E7E0778D}" dt="2025-11-21T21:10:18.310" v="3051" actId="14100"/>
          <ac:spMkLst>
            <pc:docMk/>
            <pc:sldMk cId="2198906803" sldId="2561"/>
            <ac:spMk id="6" creationId="{56DE7265-3D5E-045B-E827-61CD66E7701A}"/>
          </ac:spMkLst>
        </pc:spChg>
        <pc:spChg chg="add">
          <ac:chgData name="Shuva Mukhopadhyay" userId="c9bcf94a79d2420e" providerId="LiveId" clId="{E7B30D24-FBCF-4C93-862A-5490E7E0778D}" dt="2025-11-21T19:28:32.352" v="1228" actId="26606"/>
          <ac:spMkLst>
            <pc:docMk/>
            <pc:sldMk cId="2198906803" sldId="2561"/>
            <ac:spMk id="12" creationId="{E91DC736-0EF8-4F87-9146-EBF1D2EE4D3D}"/>
          </ac:spMkLst>
        </pc:spChg>
        <pc:spChg chg="add">
          <ac:chgData name="Shuva Mukhopadhyay" userId="c9bcf94a79d2420e" providerId="LiveId" clId="{E7B30D24-FBCF-4C93-862A-5490E7E0778D}" dt="2025-11-21T19:28:32.352" v="1228" actId="26606"/>
          <ac:spMkLst>
            <pc:docMk/>
            <pc:sldMk cId="2198906803" sldId="2561"/>
            <ac:spMk id="14" creationId="{097CD68E-23E3-4007-8847-CD0944C4F7BE}"/>
          </ac:spMkLst>
        </pc:spChg>
        <pc:spChg chg="add">
          <ac:chgData name="Shuva Mukhopadhyay" userId="c9bcf94a79d2420e" providerId="LiveId" clId="{E7B30D24-FBCF-4C93-862A-5490E7E0778D}" dt="2025-11-21T19:28:32.352" v="1228" actId="26606"/>
          <ac:spMkLst>
            <pc:docMk/>
            <pc:sldMk cId="2198906803" sldId="2561"/>
            <ac:spMk id="16" creationId="{AF2F604E-43BE-4DC3-B983-E071523364F8}"/>
          </ac:spMkLst>
        </pc:spChg>
        <pc:spChg chg="add">
          <ac:chgData name="Shuva Mukhopadhyay" userId="c9bcf94a79d2420e" providerId="LiveId" clId="{E7B30D24-FBCF-4C93-862A-5490E7E0778D}" dt="2025-11-21T19:28:32.352" v="1228" actId="26606"/>
          <ac:spMkLst>
            <pc:docMk/>
            <pc:sldMk cId="2198906803" sldId="2561"/>
            <ac:spMk id="18" creationId="{08C9B587-E65E-4B52-B37C-ABEBB6E87928}"/>
          </ac:spMkLst>
        </pc:spChg>
        <pc:picChg chg="add">
          <ac:chgData name="Shuva Mukhopadhyay" userId="c9bcf94a79d2420e" providerId="LiveId" clId="{E7B30D24-FBCF-4C93-862A-5490E7E0778D}" dt="2025-11-21T19:28:32.352" v="1228" actId="26606"/>
          <ac:picMkLst>
            <pc:docMk/>
            <pc:sldMk cId="2198906803" sldId="2561"/>
            <ac:picMk id="8" creationId="{20D809FE-6234-27FA-4E3B-DA3084D40F0C}"/>
          </ac:picMkLst>
        </pc:picChg>
      </pc:sldChg>
      <pc:sldChg chg="addSp delSp modSp del mod ord setBg delAnim">
        <pc:chgData name="Shuva Mukhopadhyay" userId="c9bcf94a79d2420e" providerId="LiveId" clId="{E7B30D24-FBCF-4C93-862A-5490E7E0778D}" dt="2025-11-21T21:20:05.475" v="3065" actId="2696"/>
        <pc:sldMkLst>
          <pc:docMk/>
          <pc:sldMk cId="3010806913" sldId="2562"/>
        </pc:sldMkLst>
        <pc:spChg chg="add del mod">
          <ac:chgData name="Shuva Mukhopadhyay" userId="c9bcf94a79d2420e" providerId="LiveId" clId="{E7B30D24-FBCF-4C93-862A-5490E7E0778D}" dt="2025-11-21T19:43:55.682" v="1342" actId="27636"/>
          <ac:spMkLst>
            <pc:docMk/>
            <pc:sldMk cId="3010806913" sldId="2562"/>
            <ac:spMk id="2" creationId="{582CC1EA-B918-914D-A53A-731AF71BE612}"/>
          </ac:spMkLst>
        </pc:spChg>
        <pc:spChg chg="mod ord">
          <ac:chgData name="Shuva Mukhopadhyay" userId="c9bcf94a79d2420e" providerId="LiveId" clId="{E7B30D24-FBCF-4C93-862A-5490E7E0778D}" dt="2025-11-21T19:44:37.726" v="1351" actId="1076"/>
          <ac:spMkLst>
            <pc:docMk/>
            <pc:sldMk cId="3010806913" sldId="2562"/>
            <ac:spMk id="3" creationId="{327C70C9-C5CA-B4E6-50FE-ACB81770A090}"/>
          </ac:spMkLst>
        </pc:spChg>
        <pc:spChg chg="del mod">
          <ac:chgData name="Shuva Mukhopadhyay" userId="c9bcf94a79d2420e" providerId="LiveId" clId="{E7B30D24-FBCF-4C93-862A-5490E7E0778D}" dt="2025-11-21T19:45:22.255" v="1359" actId="21"/>
          <ac:spMkLst>
            <pc:docMk/>
            <pc:sldMk cId="3010806913" sldId="2562"/>
            <ac:spMk id="5" creationId="{6B666D7F-9CD3-4186-A26A-4E03F077B17D}"/>
          </ac:spMkLst>
        </pc:spChg>
        <pc:spChg chg="mod">
          <ac:chgData name="Shuva Mukhopadhyay" userId="c9bcf94a79d2420e" providerId="LiveId" clId="{E7B30D24-FBCF-4C93-862A-5490E7E0778D}" dt="2025-11-21T19:41:06.962" v="1287" actId="27636"/>
          <ac:spMkLst>
            <pc:docMk/>
            <pc:sldMk cId="3010806913" sldId="2562"/>
            <ac:spMk id="6" creationId="{2622E720-22C9-9EAE-8856-08523C355E4E}"/>
          </ac:spMkLst>
        </pc:spChg>
        <pc:spChg chg="add del mod">
          <ac:chgData name="Shuva Mukhopadhyay" userId="c9bcf94a79d2420e" providerId="LiveId" clId="{E7B30D24-FBCF-4C93-862A-5490E7E0778D}" dt="2025-11-21T19:36:31.532" v="1248" actId="21"/>
          <ac:spMkLst>
            <pc:docMk/>
            <pc:sldMk cId="3010806913" sldId="2562"/>
            <ac:spMk id="8" creationId="{7724B876-079A-1715-3687-555BE120B402}"/>
          </ac:spMkLst>
        </pc:spChg>
        <pc:spChg chg="add">
          <ac:chgData name="Shuva Mukhopadhyay" userId="c9bcf94a79d2420e" providerId="LiveId" clId="{E7B30D24-FBCF-4C93-862A-5490E7E0778D}" dt="2025-11-21T19:36:40.066" v="1249" actId="26606"/>
          <ac:spMkLst>
            <pc:docMk/>
            <pc:sldMk cId="3010806913" sldId="2562"/>
            <ac:spMk id="12" creationId="{8FC9BE17-9A7B-462D-AE50-3D8777387304}"/>
          </ac:spMkLst>
        </pc:spChg>
        <pc:spChg chg="add">
          <ac:chgData name="Shuva Mukhopadhyay" userId="c9bcf94a79d2420e" providerId="LiveId" clId="{E7B30D24-FBCF-4C93-862A-5490E7E0778D}" dt="2025-11-21T19:36:40.066" v="1249" actId="26606"/>
          <ac:spMkLst>
            <pc:docMk/>
            <pc:sldMk cId="3010806913" sldId="2562"/>
            <ac:spMk id="14" creationId="{3EBE8569-6AEC-4B8C-8D53-2DE337CDBA65}"/>
          </ac:spMkLst>
        </pc:spChg>
        <pc:spChg chg="add del mod">
          <ac:chgData name="Shuva Mukhopadhyay" userId="c9bcf94a79d2420e" providerId="LiveId" clId="{E7B30D24-FBCF-4C93-862A-5490E7E0778D}" dt="2025-11-21T19:40:11.745" v="1278" actId="21"/>
          <ac:spMkLst>
            <pc:docMk/>
            <pc:sldMk cId="3010806913" sldId="2562"/>
            <ac:spMk id="15" creationId="{A326303E-1F49-DEDD-24E8-1B40385EFDB3}"/>
          </ac:spMkLst>
        </pc:spChg>
        <pc:spChg chg="add">
          <ac:chgData name="Shuva Mukhopadhyay" userId="c9bcf94a79d2420e" providerId="LiveId" clId="{E7B30D24-FBCF-4C93-862A-5490E7E0778D}" dt="2025-11-21T19:36:40.066" v="1249" actId="26606"/>
          <ac:spMkLst>
            <pc:docMk/>
            <pc:sldMk cId="3010806913" sldId="2562"/>
            <ac:spMk id="16" creationId="{55D4142C-5077-457F-A6AD-3FECFDB39685}"/>
          </ac:spMkLst>
        </pc:spChg>
        <pc:spChg chg="add mod">
          <ac:chgData name="Shuva Mukhopadhyay" userId="c9bcf94a79d2420e" providerId="LiveId" clId="{E7B30D24-FBCF-4C93-862A-5490E7E0778D}" dt="2025-11-21T19:44:06.177" v="1347" actId="1076"/>
          <ac:spMkLst>
            <pc:docMk/>
            <pc:sldMk cId="3010806913" sldId="2562"/>
            <ac:spMk id="17" creationId="{9519A8DE-3D75-A313-8CE4-036208BC198C}"/>
          </ac:spMkLst>
        </pc:spChg>
        <pc:spChg chg="add">
          <ac:chgData name="Shuva Mukhopadhyay" userId="c9bcf94a79d2420e" providerId="LiveId" clId="{E7B30D24-FBCF-4C93-862A-5490E7E0778D}" dt="2025-11-21T19:36:40.066" v="1249" actId="26606"/>
          <ac:spMkLst>
            <pc:docMk/>
            <pc:sldMk cId="3010806913" sldId="2562"/>
            <ac:spMk id="18" creationId="{7A5F0580-5EE9-419F-96EE-B6529EF6E7D0}"/>
          </ac:spMkLst>
        </pc:spChg>
        <pc:spChg chg="add mod">
          <ac:chgData name="Shuva Mukhopadhyay" userId="c9bcf94a79d2420e" providerId="LiveId" clId="{E7B30D24-FBCF-4C93-862A-5490E7E0778D}" dt="2025-11-21T19:46:19.788" v="1409" actId="1076"/>
          <ac:spMkLst>
            <pc:docMk/>
            <pc:sldMk cId="3010806913" sldId="2562"/>
            <ac:spMk id="20" creationId="{E04A6002-FD88-8290-20C0-67E63851C270}"/>
          </ac:spMkLst>
        </pc:spChg>
        <pc:graphicFrameChg chg="add mod modGraphic">
          <ac:chgData name="Shuva Mukhopadhyay" userId="c9bcf94a79d2420e" providerId="LiveId" clId="{E7B30D24-FBCF-4C93-862A-5490E7E0778D}" dt="2025-11-21T19:43:11.286" v="1329" actId="1076"/>
          <ac:graphicFrameMkLst>
            <pc:docMk/>
            <pc:sldMk cId="3010806913" sldId="2562"/>
            <ac:graphicFrameMk id="10" creationId="{9F62ABE3-0524-47BB-4742-C681E3017443}"/>
          </ac:graphicFrameMkLst>
        </pc:graphicFrameChg>
        <pc:graphicFrameChg chg="add del mod">
          <ac:chgData name="Shuva Mukhopadhyay" userId="c9bcf94a79d2420e" providerId="LiveId" clId="{E7B30D24-FBCF-4C93-862A-5490E7E0778D}" dt="2025-11-21T19:44:12.753" v="1348" actId="21"/>
          <ac:graphicFrameMkLst>
            <pc:docMk/>
            <pc:sldMk cId="3010806913" sldId="2562"/>
            <ac:graphicFrameMk id="11" creationId="{1594594A-4439-F8D0-91B5-573918F65FCD}"/>
          </ac:graphicFrameMkLst>
        </pc:graphicFrameChg>
        <pc:graphicFrameChg chg="add mod">
          <ac:chgData name="Shuva Mukhopadhyay" userId="c9bcf94a79d2420e" providerId="LiveId" clId="{E7B30D24-FBCF-4C93-862A-5490E7E0778D}" dt="2025-11-21T19:44:21.164" v="1350" actId="1076"/>
          <ac:graphicFrameMkLst>
            <pc:docMk/>
            <pc:sldMk cId="3010806913" sldId="2562"/>
            <ac:graphicFrameMk id="19" creationId="{D730B2EB-72B0-29CC-CC2F-F68F2AFB96C0}"/>
          </ac:graphicFrameMkLst>
        </pc:graphicFrameChg>
        <pc:picChg chg="del">
          <ac:chgData name="Shuva Mukhopadhyay" userId="c9bcf94a79d2420e" providerId="LiveId" clId="{E7B30D24-FBCF-4C93-862A-5490E7E0778D}" dt="2025-11-21T19:36:29.243" v="1247" actId="21"/>
          <ac:picMkLst>
            <pc:docMk/>
            <pc:sldMk cId="3010806913" sldId="2562"/>
            <ac:picMk id="4" creationId="{7D96E4E8-B0AC-491C-9057-02BE8DC73FA5}"/>
          </ac:picMkLst>
        </pc:picChg>
        <pc:picChg chg="add mod modCrop">
          <ac:chgData name="Shuva Mukhopadhyay" userId="c9bcf94a79d2420e" providerId="LiveId" clId="{E7B30D24-FBCF-4C93-862A-5490E7E0778D}" dt="2025-11-21T19:39:36.968" v="1272" actId="732"/>
          <ac:picMkLst>
            <pc:docMk/>
            <pc:sldMk cId="3010806913" sldId="2562"/>
            <ac:picMk id="9" creationId="{C85FB4C9-3DDC-E3F6-EFFA-189E7FD66D1D}"/>
          </ac:picMkLst>
        </pc:picChg>
      </pc:sldChg>
      <pc:sldChg chg="addSp delSp modSp add del mod">
        <pc:chgData name="Shuva Mukhopadhyay" userId="c9bcf94a79d2420e" providerId="LiveId" clId="{E7B30D24-FBCF-4C93-862A-5490E7E0778D}" dt="2025-11-21T17:06:04.581" v="139" actId="2696"/>
        <pc:sldMkLst>
          <pc:docMk/>
          <pc:sldMk cId="2443326274" sldId="2563"/>
        </pc:sldMkLst>
        <pc:spChg chg="del mod">
          <ac:chgData name="Shuva Mukhopadhyay" userId="c9bcf94a79d2420e" providerId="LiveId" clId="{E7B30D24-FBCF-4C93-862A-5490E7E0778D}" dt="2025-11-21T16:17:00.679" v="7" actId="21"/>
          <ac:spMkLst>
            <pc:docMk/>
            <pc:sldMk cId="2443326274" sldId="2563"/>
            <ac:spMk id="2" creationId="{EFBB8BD4-5958-0E84-4B01-8855126C3A8A}"/>
          </ac:spMkLst>
        </pc:spChg>
        <pc:spChg chg="add mod">
          <ac:chgData name="Shuva Mukhopadhyay" userId="c9bcf94a79d2420e" providerId="LiveId" clId="{E7B30D24-FBCF-4C93-862A-5490E7E0778D}" dt="2025-11-21T16:16:50.683" v="6" actId="27636"/>
          <ac:spMkLst>
            <pc:docMk/>
            <pc:sldMk cId="2443326274" sldId="2563"/>
            <ac:spMk id="3" creationId="{7C6C83A0-F6D8-34F7-7686-D6E5114BAFB2}"/>
          </ac:spMkLst>
        </pc:spChg>
        <pc:spChg chg="mod">
          <ac:chgData name="Shuva Mukhopadhyay" userId="c9bcf94a79d2420e" providerId="LiveId" clId="{E7B30D24-FBCF-4C93-862A-5490E7E0778D}" dt="2025-11-21T16:17:08.236" v="9" actId="14100"/>
          <ac:spMkLst>
            <pc:docMk/>
            <pc:sldMk cId="2443326274" sldId="2563"/>
            <ac:spMk id="5" creationId="{E9F805FC-D97A-48A3-8869-361122D78D0F}"/>
          </ac:spMkLst>
        </pc:spChg>
        <pc:spChg chg="add del mod">
          <ac:chgData name="Shuva Mukhopadhyay" userId="c9bcf94a79d2420e" providerId="LiveId" clId="{E7B30D24-FBCF-4C93-862A-5490E7E0778D}" dt="2025-11-21T16:17:03.550" v="8" actId="21"/>
          <ac:spMkLst>
            <pc:docMk/>
            <pc:sldMk cId="2443326274" sldId="2563"/>
            <ac:spMk id="7" creationId="{E6F5E8E2-C1DB-9ACC-0F98-DFB18C8E9A74}"/>
          </ac:spMkLst>
        </pc:spChg>
        <pc:spChg chg="add del mod">
          <ac:chgData name="Shuva Mukhopadhyay" userId="c9bcf94a79d2420e" providerId="LiveId" clId="{E7B30D24-FBCF-4C93-862A-5490E7E0778D}" dt="2025-11-21T16:17:55.900" v="15" actId="21"/>
          <ac:spMkLst>
            <pc:docMk/>
            <pc:sldMk cId="2443326274" sldId="2563"/>
            <ac:spMk id="10" creationId="{608FBD25-10CE-52A3-80A6-90BD7EDBB718}"/>
          </ac:spMkLst>
        </pc:spChg>
        <pc:picChg chg="del mod">
          <ac:chgData name="Shuva Mukhopadhyay" userId="c9bcf94a79d2420e" providerId="LiveId" clId="{E7B30D24-FBCF-4C93-862A-5490E7E0778D}" dt="2025-11-21T16:17:53.304" v="14" actId="21"/>
          <ac:picMkLst>
            <pc:docMk/>
            <pc:sldMk cId="2443326274" sldId="2563"/>
            <ac:picMk id="4" creationId="{8C9B2850-DC93-4036-A5E2-A92C1C5DF8D8}"/>
          </ac:picMkLst>
        </pc:picChg>
        <pc:picChg chg="add mod modCrop">
          <ac:chgData name="Shuva Mukhopadhyay" userId="c9bcf94a79d2420e" providerId="LiveId" clId="{E7B30D24-FBCF-4C93-862A-5490E7E0778D}" dt="2025-11-21T16:18:09.572" v="17" actId="732"/>
          <ac:picMkLst>
            <pc:docMk/>
            <pc:sldMk cId="2443326274" sldId="2563"/>
            <ac:picMk id="8" creationId="{5DBAE3A7-5870-C25C-CE28-097B4D4D0613}"/>
          </ac:picMkLst>
        </pc:picChg>
      </pc:sldChg>
      <pc:sldChg chg="modSp del mod ord modAnim">
        <pc:chgData name="Shuva Mukhopadhyay" userId="c9bcf94a79d2420e" providerId="LiveId" clId="{E7B30D24-FBCF-4C93-862A-5490E7E0778D}" dt="2025-11-21T19:55:28.560" v="1623" actId="2696"/>
        <pc:sldMkLst>
          <pc:docMk/>
          <pc:sldMk cId="1637476998" sldId="2564"/>
        </pc:sldMkLst>
        <pc:spChg chg="mod">
          <ac:chgData name="Shuva Mukhopadhyay" userId="c9bcf94a79d2420e" providerId="LiveId" clId="{E7B30D24-FBCF-4C93-862A-5490E7E0778D}" dt="2025-11-21T19:17:52.262" v="1157"/>
          <ac:spMkLst>
            <pc:docMk/>
            <pc:sldMk cId="1637476998" sldId="2564"/>
            <ac:spMk id="2" creationId="{87475CB8-87CC-7966-A200-E9639ED50512}"/>
          </ac:spMkLst>
        </pc:spChg>
        <pc:spChg chg="mod">
          <ac:chgData name="Shuva Mukhopadhyay" userId="c9bcf94a79d2420e" providerId="LiveId" clId="{E7B30D24-FBCF-4C93-862A-5490E7E0778D}" dt="2025-11-21T16:25:01.451" v="55" actId="20577"/>
          <ac:spMkLst>
            <pc:docMk/>
            <pc:sldMk cId="1637476998" sldId="2564"/>
            <ac:spMk id="5" creationId="{0C307C56-08E0-438A-8BD8-7402D0F2981E}"/>
          </ac:spMkLst>
        </pc:spChg>
      </pc:sldChg>
      <pc:sldChg chg="del">
        <pc:chgData name="Shuva Mukhopadhyay" userId="c9bcf94a79d2420e" providerId="LiveId" clId="{E7B30D24-FBCF-4C93-862A-5490E7E0778D}" dt="2025-11-21T17:07:47.949" v="202" actId="2696"/>
        <pc:sldMkLst>
          <pc:docMk/>
          <pc:sldMk cId="2666670300" sldId="2565"/>
        </pc:sldMkLst>
      </pc:sldChg>
      <pc:sldChg chg="modSp del">
        <pc:chgData name="Shuva Mukhopadhyay" userId="c9bcf94a79d2420e" providerId="LiveId" clId="{E7B30D24-FBCF-4C93-862A-5490E7E0778D}" dt="2025-11-21T19:20:28.050" v="1181" actId="2696"/>
        <pc:sldMkLst>
          <pc:docMk/>
          <pc:sldMk cId="827772828" sldId="2566"/>
        </pc:sldMkLst>
        <pc:spChg chg="mod">
          <ac:chgData name="Shuva Mukhopadhyay" userId="c9bcf94a79d2420e" providerId="LiveId" clId="{E7B30D24-FBCF-4C93-862A-5490E7E0778D}" dt="2025-11-21T19:17:52.262" v="1157"/>
          <ac:spMkLst>
            <pc:docMk/>
            <pc:sldMk cId="827772828" sldId="2566"/>
            <ac:spMk id="2" creationId="{FEBDDFAE-32B2-A8B3-12AC-91464E3E437C}"/>
          </ac:spMkLst>
        </pc:spChg>
        <pc:spChg chg="mod">
          <ac:chgData name="Shuva Mukhopadhyay" userId="c9bcf94a79d2420e" providerId="LiveId" clId="{E7B30D24-FBCF-4C93-862A-5490E7E0778D}" dt="2025-11-21T17:08:45.802" v="397" actId="20577"/>
          <ac:spMkLst>
            <pc:docMk/>
            <pc:sldMk cId="827772828" sldId="2566"/>
            <ac:spMk id="5" creationId="{E7393BF3-7286-49E3-8680-F39C8FD2FD2D}"/>
          </ac:spMkLst>
        </pc:spChg>
        <pc:picChg chg="mod">
          <ac:chgData name="Shuva Mukhopadhyay" userId="c9bcf94a79d2420e" providerId="LiveId" clId="{E7B30D24-FBCF-4C93-862A-5490E7E0778D}" dt="2025-11-21T19:17:52.262" v="1157"/>
          <ac:picMkLst>
            <pc:docMk/>
            <pc:sldMk cId="827772828" sldId="2566"/>
            <ac:picMk id="4" creationId="{77BBD87B-D941-4002-9754-3DB5212B69FD}"/>
          </ac:picMkLst>
        </pc:picChg>
      </pc:sldChg>
      <pc:sldChg chg="add del">
        <pc:chgData name="Shuva Mukhopadhyay" userId="c9bcf94a79d2420e" providerId="LiveId" clId="{E7B30D24-FBCF-4C93-862A-5490E7E0778D}" dt="2025-11-21T21:20:05.475" v="3065" actId="2696"/>
        <pc:sldMkLst>
          <pc:docMk/>
          <pc:sldMk cId="3043325418" sldId="2566"/>
        </pc:sldMkLst>
      </pc:sldChg>
      <pc:sldChg chg="modSp del mod">
        <pc:chgData name="Shuva Mukhopadhyay" userId="c9bcf94a79d2420e" providerId="LiveId" clId="{E7B30D24-FBCF-4C93-862A-5490E7E0778D}" dt="2025-11-21T19:20:21.534" v="1180" actId="2696"/>
        <pc:sldMkLst>
          <pc:docMk/>
          <pc:sldMk cId="1090565597" sldId="2567"/>
        </pc:sldMkLst>
        <pc:spChg chg="mod">
          <ac:chgData name="Shuva Mukhopadhyay" userId="c9bcf94a79d2420e" providerId="LiveId" clId="{E7B30D24-FBCF-4C93-862A-5490E7E0778D}" dt="2025-11-21T19:17:52.262" v="1157"/>
          <ac:spMkLst>
            <pc:docMk/>
            <pc:sldMk cId="1090565597" sldId="2567"/>
            <ac:spMk id="2" creationId="{1C0B2657-B17F-9623-8A52-88EB26743A87}"/>
          </ac:spMkLst>
        </pc:spChg>
        <pc:spChg chg="mod">
          <ac:chgData name="Shuva Mukhopadhyay" userId="c9bcf94a79d2420e" providerId="LiveId" clId="{E7B30D24-FBCF-4C93-862A-5490E7E0778D}" dt="2025-11-21T17:12:33.922" v="759" actId="20577"/>
          <ac:spMkLst>
            <pc:docMk/>
            <pc:sldMk cId="1090565597" sldId="2567"/>
            <ac:spMk id="5" creationId="{4B5C9CF0-EF5B-4D2E-92F4-8D78501A492B}"/>
          </ac:spMkLst>
        </pc:spChg>
        <pc:picChg chg="mod">
          <ac:chgData name="Shuva Mukhopadhyay" userId="c9bcf94a79d2420e" providerId="LiveId" clId="{E7B30D24-FBCF-4C93-862A-5490E7E0778D}" dt="2025-11-21T19:17:52.262" v="1157"/>
          <ac:picMkLst>
            <pc:docMk/>
            <pc:sldMk cId="1090565597" sldId="2567"/>
            <ac:picMk id="4" creationId="{DD096C89-260E-4354-9118-A8FA306716BE}"/>
          </ac:picMkLst>
        </pc:picChg>
      </pc:sldChg>
      <pc:sldChg chg="addSp modSp del mod ord modAnim">
        <pc:chgData name="Shuva Mukhopadhyay" userId="c9bcf94a79d2420e" providerId="LiveId" clId="{E7B30D24-FBCF-4C93-862A-5490E7E0778D}" dt="2025-11-21T19:55:32.585" v="1624" actId="2696"/>
        <pc:sldMkLst>
          <pc:docMk/>
          <pc:sldMk cId="3507076417" sldId="2568"/>
        </pc:sldMkLst>
        <pc:spChg chg="mod">
          <ac:chgData name="Shuva Mukhopadhyay" userId="c9bcf94a79d2420e" providerId="LiveId" clId="{E7B30D24-FBCF-4C93-862A-5490E7E0778D}" dt="2025-11-21T16:44:14.438" v="132" actId="27636"/>
          <ac:spMkLst>
            <pc:docMk/>
            <pc:sldMk cId="3507076417" sldId="2568"/>
            <ac:spMk id="2" creationId="{BFA7C331-266F-583B-7FEE-228ED1B3F368}"/>
          </ac:spMkLst>
        </pc:spChg>
        <pc:spChg chg="mod">
          <ac:chgData name="Shuva Mukhopadhyay" userId="c9bcf94a79d2420e" providerId="LiveId" clId="{E7B30D24-FBCF-4C93-862A-5490E7E0778D}" dt="2025-11-21T17:58:31.107" v="834" actId="27636"/>
          <ac:spMkLst>
            <pc:docMk/>
            <pc:sldMk cId="3507076417" sldId="2568"/>
            <ac:spMk id="5" creationId="{F9C095DC-3D91-40BB-9284-BDC1B122B279}"/>
          </ac:spMkLst>
        </pc:spChg>
        <pc:picChg chg="mod">
          <ac:chgData name="Shuva Mukhopadhyay" userId="c9bcf94a79d2420e" providerId="LiveId" clId="{E7B30D24-FBCF-4C93-862A-5490E7E0778D}" dt="2025-11-21T16:39:27.596" v="112" actId="1076"/>
          <ac:picMkLst>
            <pc:docMk/>
            <pc:sldMk cId="3507076417" sldId="2568"/>
            <ac:picMk id="8" creationId="{040AB94E-BF69-6325-9201-CA291C6F927C}"/>
          </ac:picMkLst>
        </pc:picChg>
        <pc:picChg chg="add mod">
          <ac:chgData name="Shuva Mukhopadhyay" userId="c9bcf94a79d2420e" providerId="LiveId" clId="{E7B30D24-FBCF-4C93-862A-5490E7E0778D}" dt="2025-11-21T16:43:15.795" v="124" actId="1076"/>
          <ac:picMkLst>
            <pc:docMk/>
            <pc:sldMk cId="3507076417" sldId="2568"/>
            <ac:picMk id="10" creationId="{780BABE5-B068-996C-5981-BC6C0CB0C677}"/>
          </ac:picMkLst>
        </pc:picChg>
        <pc:picChg chg="add mod modCrop">
          <ac:chgData name="Shuva Mukhopadhyay" userId="c9bcf94a79d2420e" providerId="LiveId" clId="{E7B30D24-FBCF-4C93-862A-5490E7E0778D}" dt="2025-11-21T16:40:44.233" v="121" actId="1076"/>
          <ac:picMkLst>
            <pc:docMk/>
            <pc:sldMk cId="3507076417" sldId="2568"/>
            <ac:picMk id="12" creationId="{F6BC1AB5-5F71-5825-E99D-84E317EC0548}"/>
          </ac:picMkLst>
        </pc:picChg>
        <pc:picChg chg="add mod">
          <ac:chgData name="Shuva Mukhopadhyay" userId="c9bcf94a79d2420e" providerId="LiveId" clId="{E7B30D24-FBCF-4C93-862A-5490E7E0778D}" dt="2025-11-21T16:43:18.323" v="125" actId="1076"/>
          <ac:picMkLst>
            <pc:docMk/>
            <pc:sldMk cId="3507076417" sldId="2568"/>
            <ac:picMk id="14" creationId="{4E92C2CD-5A4E-CE2E-52D7-64B62E295872}"/>
          </ac:picMkLst>
        </pc:picChg>
      </pc:sldChg>
      <pc:sldChg chg="modSp del">
        <pc:chgData name="Shuva Mukhopadhyay" userId="c9bcf94a79d2420e" providerId="LiveId" clId="{E7B30D24-FBCF-4C93-862A-5490E7E0778D}" dt="2025-11-21T21:20:05.475" v="3065" actId="2696"/>
        <pc:sldMkLst>
          <pc:docMk/>
          <pc:sldMk cId="3425822391" sldId="2569"/>
        </pc:sldMkLst>
        <pc:spChg chg="mod">
          <ac:chgData name="Shuva Mukhopadhyay" userId="c9bcf94a79d2420e" providerId="LiveId" clId="{E7B30D24-FBCF-4C93-862A-5490E7E0778D}" dt="2025-11-21T19:17:52.262" v="1157"/>
          <ac:spMkLst>
            <pc:docMk/>
            <pc:sldMk cId="3425822391" sldId="2569"/>
            <ac:spMk id="2" creationId="{11383AB9-D181-2A0D-7C44-68788D5A085F}"/>
          </ac:spMkLst>
        </pc:spChg>
      </pc:sldChg>
      <pc:sldChg chg="modSp del mod">
        <pc:chgData name="Shuva Mukhopadhyay" userId="c9bcf94a79d2420e" providerId="LiveId" clId="{E7B30D24-FBCF-4C93-862A-5490E7E0778D}" dt="2025-11-21T16:19:50.334" v="31" actId="2696"/>
        <pc:sldMkLst>
          <pc:docMk/>
          <pc:sldMk cId="1995656027" sldId="2570"/>
        </pc:sldMkLst>
        <pc:picChg chg="mod">
          <ac:chgData name="Shuva Mukhopadhyay" userId="c9bcf94a79d2420e" providerId="LiveId" clId="{E7B30D24-FBCF-4C93-862A-5490E7E0778D}" dt="2025-11-21T16:17:32.358" v="11" actId="1076"/>
          <ac:picMkLst>
            <pc:docMk/>
            <pc:sldMk cId="1995656027" sldId="2570"/>
            <ac:picMk id="3" creationId="{20B9EA20-A610-0643-DE90-63F0EB2D118D}"/>
          </ac:picMkLst>
        </pc:picChg>
      </pc:sldChg>
      <pc:sldChg chg="modSp del mod ord modAnim">
        <pc:chgData name="Shuva Mukhopadhyay" userId="c9bcf94a79d2420e" providerId="LiveId" clId="{E7B30D24-FBCF-4C93-862A-5490E7E0778D}" dt="2025-11-21T17:09:52.252" v="481" actId="2696"/>
        <pc:sldMkLst>
          <pc:docMk/>
          <pc:sldMk cId="246225210" sldId="2571"/>
        </pc:sldMkLst>
        <pc:spChg chg="mod">
          <ac:chgData name="Shuva Mukhopadhyay" userId="c9bcf94a79d2420e" providerId="LiveId" clId="{E7B30D24-FBCF-4C93-862A-5490E7E0778D}" dt="2025-11-21T16:26:31.272" v="56"/>
          <ac:spMkLst>
            <pc:docMk/>
            <pc:sldMk cId="246225210" sldId="2571"/>
            <ac:spMk id="2" creationId="{E88CBAD2-1409-18EF-5C97-E0F6079A9056}"/>
          </ac:spMkLst>
        </pc:spChg>
        <pc:spChg chg="mod">
          <ac:chgData name="Shuva Mukhopadhyay" userId="c9bcf94a79d2420e" providerId="LiveId" clId="{E7B30D24-FBCF-4C93-862A-5490E7E0778D}" dt="2025-11-21T16:28:19.004" v="79"/>
          <ac:spMkLst>
            <pc:docMk/>
            <pc:sldMk cId="246225210" sldId="2571"/>
            <ac:spMk id="5" creationId="{A412E3ED-19EB-4230-B901-AE6A8EC2B949}"/>
          </ac:spMkLst>
        </pc:spChg>
      </pc:sldChg>
      <pc:sldChg chg="modSp del mod ord">
        <pc:chgData name="Shuva Mukhopadhyay" userId="c9bcf94a79d2420e" providerId="LiveId" clId="{E7B30D24-FBCF-4C93-862A-5490E7E0778D}" dt="2025-11-21T21:20:05.475" v="3065" actId="2696"/>
        <pc:sldMkLst>
          <pc:docMk/>
          <pc:sldMk cId="1329176085" sldId="2572"/>
        </pc:sldMkLst>
        <pc:spChg chg="mod">
          <ac:chgData name="Shuva Mukhopadhyay" userId="c9bcf94a79d2420e" providerId="LiveId" clId="{E7B30D24-FBCF-4C93-862A-5490E7E0778D}" dt="2025-11-21T19:17:52.262" v="1157"/>
          <ac:spMkLst>
            <pc:docMk/>
            <pc:sldMk cId="1329176085" sldId="2572"/>
            <ac:spMk id="2" creationId="{349506DD-81C7-A3A4-EBE6-AB34A6C751FA}"/>
          </ac:spMkLst>
        </pc:spChg>
        <pc:spChg chg="mod">
          <ac:chgData name="Shuva Mukhopadhyay" userId="c9bcf94a79d2420e" providerId="LiveId" clId="{E7B30D24-FBCF-4C93-862A-5490E7E0778D}" dt="2025-11-21T16:30:39.608" v="85" actId="27636"/>
          <ac:spMkLst>
            <pc:docMk/>
            <pc:sldMk cId="1329176085" sldId="2572"/>
            <ac:spMk id="5" creationId="{5F9D9A11-16F7-CEC1-485C-671A5DD166C5}"/>
          </ac:spMkLst>
        </pc:spChg>
      </pc:sldChg>
      <pc:sldChg chg="addSp modSp del mod ord modAnim">
        <pc:chgData name="Shuva Mukhopadhyay" userId="c9bcf94a79d2420e" providerId="LiveId" clId="{E7B30D24-FBCF-4C93-862A-5490E7E0778D}" dt="2025-11-21T19:55:42.371" v="1625" actId="2696"/>
        <pc:sldMkLst>
          <pc:docMk/>
          <pc:sldMk cId="468743268" sldId="2573"/>
        </pc:sldMkLst>
        <pc:spChg chg="mod">
          <ac:chgData name="Shuva Mukhopadhyay" userId="c9bcf94a79d2420e" providerId="LiveId" clId="{E7B30D24-FBCF-4C93-862A-5490E7E0778D}" dt="2025-11-21T17:07:16.536" v="200" actId="20577"/>
          <ac:spMkLst>
            <pc:docMk/>
            <pc:sldMk cId="468743268" sldId="2573"/>
            <ac:spMk id="2" creationId="{12942287-1D06-F9F4-763F-29096D8146C1}"/>
          </ac:spMkLst>
        </pc:spChg>
        <pc:spChg chg="mod">
          <ac:chgData name="Shuva Mukhopadhyay" userId="c9bcf94a79d2420e" providerId="LiveId" clId="{E7B30D24-FBCF-4C93-862A-5490E7E0778D}" dt="2025-11-21T16:31:25.199" v="87" actId="27636"/>
          <ac:spMkLst>
            <pc:docMk/>
            <pc:sldMk cId="468743268" sldId="2573"/>
            <ac:spMk id="5" creationId="{411B943A-5F05-4D18-6FA8-1CB9BC3A02CB}"/>
          </ac:spMkLst>
        </pc:spChg>
        <pc:spChg chg="add mod">
          <ac:chgData name="Shuva Mukhopadhyay" userId="c9bcf94a79d2420e" providerId="LiveId" clId="{E7B30D24-FBCF-4C93-862A-5490E7E0778D}" dt="2025-11-21T18:15:16.624" v="973" actId="404"/>
          <ac:spMkLst>
            <pc:docMk/>
            <pc:sldMk cId="468743268" sldId="2573"/>
            <ac:spMk id="9" creationId="{AA078C5E-2CB1-05F6-ECCE-0FE7DDCFA9B7}"/>
          </ac:spMkLst>
        </pc:spChg>
        <pc:picChg chg="mod">
          <ac:chgData name="Shuva Mukhopadhyay" userId="c9bcf94a79d2420e" providerId="LiveId" clId="{E7B30D24-FBCF-4C93-862A-5490E7E0778D}" dt="2025-11-21T16:37:25.862" v="109" actId="1076"/>
          <ac:picMkLst>
            <pc:docMk/>
            <pc:sldMk cId="468743268" sldId="2573"/>
            <ac:picMk id="4" creationId="{8A35AF37-0A13-C8DC-84AD-93EE6C2F4AC1}"/>
          </ac:picMkLst>
        </pc:picChg>
        <pc:picChg chg="mod">
          <ac:chgData name="Shuva Mukhopadhyay" userId="c9bcf94a79d2420e" providerId="LiveId" clId="{E7B30D24-FBCF-4C93-862A-5490E7E0778D}" dt="2025-11-21T16:37:28.576" v="110" actId="1076"/>
          <ac:picMkLst>
            <pc:docMk/>
            <pc:sldMk cId="468743268" sldId="2573"/>
            <ac:picMk id="8" creationId="{AE69B783-17E0-7101-5C0D-F1887D8F38F2}"/>
          </ac:picMkLst>
        </pc:picChg>
      </pc:sldChg>
      <pc:sldChg chg="del">
        <pc:chgData name="Shuva Mukhopadhyay" userId="c9bcf94a79d2420e" providerId="LiveId" clId="{E7B30D24-FBCF-4C93-862A-5490E7E0778D}" dt="2025-11-21T16:38:52.585" v="111" actId="2696"/>
        <pc:sldMkLst>
          <pc:docMk/>
          <pc:sldMk cId="3467126221" sldId="2574"/>
        </pc:sldMkLst>
      </pc:sldChg>
      <pc:sldChg chg="del">
        <pc:chgData name="Shuva Mukhopadhyay" userId="c9bcf94a79d2420e" providerId="LiveId" clId="{E7B30D24-FBCF-4C93-862A-5490E7E0778D}" dt="2025-11-21T17:07:27.210" v="201" actId="2696"/>
        <pc:sldMkLst>
          <pc:docMk/>
          <pc:sldMk cId="3598640429" sldId="2575"/>
        </pc:sldMkLst>
      </pc:sldChg>
      <pc:sldChg chg="modSp add del mod ord">
        <pc:chgData name="Shuva Mukhopadhyay" userId="c9bcf94a79d2420e" providerId="LiveId" clId="{E7B30D24-FBCF-4C93-862A-5490E7E0778D}" dt="2025-11-21T21:20:05.475" v="3065" actId="2696"/>
        <pc:sldMkLst>
          <pc:docMk/>
          <pc:sldMk cId="2840942979" sldId="2576"/>
        </pc:sldMkLst>
        <pc:spChg chg="mod">
          <ac:chgData name="Shuva Mukhopadhyay" userId="c9bcf94a79d2420e" providerId="LiveId" clId="{E7B30D24-FBCF-4C93-862A-5490E7E0778D}" dt="2025-11-21T17:27:40.769" v="799" actId="14100"/>
          <ac:spMkLst>
            <pc:docMk/>
            <pc:sldMk cId="2840942979" sldId="2576"/>
            <ac:spMk id="3" creationId="{BE0EABA6-A1E7-5844-3CCD-5D407D66294F}"/>
          </ac:spMkLst>
        </pc:spChg>
        <pc:spChg chg="mod">
          <ac:chgData name="Shuva Mukhopadhyay" userId="c9bcf94a79d2420e" providerId="LiveId" clId="{E7B30D24-FBCF-4C93-862A-5490E7E0778D}" dt="2025-11-21T17:39:46.718" v="827" actId="27636"/>
          <ac:spMkLst>
            <pc:docMk/>
            <pc:sldMk cId="2840942979" sldId="2576"/>
            <ac:spMk id="5" creationId="{CCF9D4D3-EB4A-9CDA-5644-C3859E6441FC}"/>
          </ac:spMkLst>
        </pc:spChg>
        <pc:picChg chg="mod">
          <ac:chgData name="Shuva Mukhopadhyay" userId="c9bcf94a79d2420e" providerId="LiveId" clId="{E7B30D24-FBCF-4C93-862A-5490E7E0778D}" dt="2025-11-21T17:39:31.046" v="823" actId="14100"/>
          <ac:picMkLst>
            <pc:docMk/>
            <pc:sldMk cId="2840942979" sldId="2576"/>
            <ac:picMk id="8" creationId="{CD2C409F-9C49-1EDD-76E1-CE3716F20179}"/>
          </ac:picMkLst>
        </pc:picChg>
      </pc:sldChg>
      <pc:sldChg chg="modSp add del mod ord modNotesTx">
        <pc:chgData name="Shuva Mukhopadhyay" userId="c9bcf94a79d2420e" providerId="LiveId" clId="{E7B30D24-FBCF-4C93-862A-5490E7E0778D}" dt="2025-11-21T21:20:05.475" v="3065" actId="2696"/>
        <pc:sldMkLst>
          <pc:docMk/>
          <pc:sldMk cId="3597930319" sldId="2577"/>
        </pc:sldMkLst>
        <pc:spChg chg="mod">
          <ac:chgData name="Shuva Mukhopadhyay" userId="c9bcf94a79d2420e" providerId="LiveId" clId="{E7B30D24-FBCF-4C93-862A-5490E7E0778D}" dt="2025-11-21T17:37:12.237" v="804"/>
          <ac:spMkLst>
            <pc:docMk/>
            <pc:sldMk cId="3597930319" sldId="2577"/>
            <ac:spMk id="3" creationId="{8473D6C6-2B01-E203-860B-EE39C76BECC9}"/>
          </ac:spMkLst>
        </pc:spChg>
        <pc:spChg chg="mod">
          <ac:chgData name="Shuva Mukhopadhyay" userId="c9bcf94a79d2420e" providerId="LiveId" clId="{E7B30D24-FBCF-4C93-862A-5490E7E0778D}" dt="2025-11-21T17:39:19.166" v="822" actId="12"/>
          <ac:spMkLst>
            <pc:docMk/>
            <pc:sldMk cId="3597930319" sldId="2577"/>
            <ac:spMk id="5" creationId="{969EE6C2-87DF-9D25-7A6E-CFBB46E84B1E}"/>
          </ac:spMkLst>
        </pc:spChg>
        <pc:picChg chg="mod">
          <ac:chgData name="Shuva Mukhopadhyay" userId="c9bcf94a79d2420e" providerId="LiveId" clId="{E7B30D24-FBCF-4C93-862A-5490E7E0778D}" dt="2025-11-21T17:38:52.772" v="815" actId="14100"/>
          <ac:picMkLst>
            <pc:docMk/>
            <pc:sldMk cId="3597930319" sldId="2577"/>
            <ac:picMk id="8" creationId="{8C65923E-93B1-82B6-9A13-E439EC9E6F46}"/>
          </ac:picMkLst>
        </pc:picChg>
      </pc:sldChg>
      <pc:sldChg chg="modSp new del mod">
        <pc:chgData name="Shuva Mukhopadhyay" userId="c9bcf94a79d2420e" providerId="LiveId" clId="{E7B30D24-FBCF-4C93-862A-5490E7E0778D}" dt="2025-11-21T19:17:05.472" v="1154" actId="2696"/>
        <pc:sldMkLst>
          <pc:docMk/>
          <pc:sldMk cId="3493000592" sldId="2578"/>
        </pc:sldMkLst>
        <pc:spChg chg="mod">
          <ac:chgData name="Shuva Mukhopadhyay" userId="c9bcf94a79d2420e" providerId="LiveId" clId="{E7B30D24-FBCF-4C93-862A-5490E7E0778D}" dt="2025-11-21T17:10:43.570" v="514" actId="20577"/>
          <ac:spMkLst>
            <pc:docMk/>
            <pc:sldMk cId="3493000592" sldId="2578"/>
            <ac:spMk id="2" creationId="{40E28DF3-55CF-B4E5-AC50-59026BE589FF}"/>
          </ac:spMkLst>
        </pc:spChg>
      </pc:sldChg>
      <pc:sldChg chg="modSp add del mod ord">
        <pc:chgData name="Shuva Mukhopadhyay" userId="c9bcf94a79d2420e" providerId="LiveId" clId="{E7B30D24-FBCF-4C93-862A-5490E7E0778D}" dt="2025-11-21T21:20:05.475" v="3065" actId="2696"/>
        <pc:sldMkLst>
          <pc:docMk/>
          <pc:sldMk cId="3131419543" sldId="2579"/>
        </pc:sldMkLst>
        <pc:spChg chg="mod">
          <ac:chgData name="Shuva Mukhopadhyay" userId="c9bcf94a79d2420e" providerId="LiveId" clId="{E7B30D24-FBCF-4C93-862A-5490E7E0778D}" dt="2025-11-21T19:18:42.691" v="1168" actId="20577"/>
          <ac:spMkLst>
            <pc:docMk/>
            <pc:sldMk cId="3131419543" sldId="2579"/>
            <ac:spMk id="2" creationId="{5907E07A-DAA1-04B7-0FA6-479D6DAE6EEB}"/>
          </ac:spMkLst>
        </pc:spChg>
      </pc:sldChg>
      <pc:sldChg chg="new del">
        <pc:chgData name="Shuva Mukhopadhyay" userId="c9bcf94a79d2420e" providerId="LiveId" clId="{E7B30D24-FBCF-4C93-862A-5490E7E0778D}" dt="2025-11-21T17:11:37.162" v="568" actId="2696"/>
        <pc:sldMkLst>
          <pc:docMk/>
          <pc:sldMk cId="2846780765" sldId="2580"/>
        </pc:sldMkLst>
      </pc:sldChg>
      <pc:sldChg chg="modSp new del mod">
        <pc:chgData name="Shuva Mukhopadhyay" userId="c9bcf94a79d2420e" providerId="LiveId" clId="{E7B30D24-FBCF-4C93-862A-5490E7E0778D}" dt="2025-11-21T19:46:45.857" v="1412" actId="2696"/>
        <pc:sldMkLst>
          <pc:docMk/>
          <pc:sldMk cId="4157934444" sldId="2581"/>
        </pc:sldMkLst>
        <pc:spChg chg="mod">
          <ac:chgData name="Shuva Mukhopadhyay" userId="c9bcf94a79d2420e" providerId="LiveId" clId="{E7B30D24-FBCF-4C93-862A-5490E7E0778D}" dt="2025-11-21T19:17:52.262" v="1157"/>
          <ac:spMkLst>
            <pc:docMk/>
            <pc:sldMk cId="4157934444" sldId="2581"/>
            <ac:spMk id="2" creationId="{E715B359-CC58-B139-C977-949CB18D8632}"/>
          </ac:spMkLst>
        </pc:spChg>
      </pc:sldChg>
      <pc:sldChg chg="del ord">
        <pc:chgData name="Shuva Mukhopadhyay" userId="c9bcf94a79d2420e" providerId="LiveId" clId="{E7B30D24-FBCF-4C93-862A-5490E7E0778D}" dt="2025-11-21T21:20:05.475" v="3065" actId="2696"/>
        <pc:sldMkLst>
          <pc:docMk/>
          <pc:sldMk cId="1667369889" sldId="2582"/>
        </pc:sldMkLst>
      </pc:sldChg>
      <pc:sldChg chg="addSp delSp modSp add mod ord delAnim modNotesTx">
        <pc:chgData name="Shuva Mukhopadhyay" userId="c9bcf94a79d2420e" providerId="LiveId" clId="{E7B30D24-FBCF-4C93-862A-5490E7E0778D}" dt="2025-11-21T20:58:15.325" v="2823" actId="14100"/>
        <pc:sldMkLst>
          <pc:docMk/>
          <pc:sldMk cId="3485313898" sldId="2583"/>
        </pc:sldMkLst>
        <pc:spChg chg="del mod">
          <ac:chgData name="Shuva Mukhopadhyay" userId="c9bcf94a79d2420e" providerId="LiveId" clId="{E7B30D24-FBCF-4C93-862A-5490E7E0778D}" dt="2025-11-21T20:12:42.147" v="1714" actId="21"/>
          <ac:spMkLst>
            <pc:docMk/>
            <pc:sldMk cId="3485313898" sldId="2583"/>
            <ac:spMk id="2" creationId="{CAA8C3E8-16B8-E31E-104A-2432D6BC8590}"/>
          </ac:spMkLst>
        </pc:spChg>
        <pc:spChg chg="del">
          <ac:chgData name="Shuva Mukhopadhyay" userId="c9bcf94a79d2420e" providerId="LiveId" clId="{E7B30D24-FBCF-4C93-862A-5490E7E0778D}" dt="2025-11-21T17:58:59.325" v="840" actId="21"/>
          <ac:spMkLst>
            <pc:docMk/>
            <pc:sldMk cId="3485313898" sldId="2583"/>
            <ac:spMk id="5" creationId="{10422BB0-E2DD-88EB-0C70-5300A10358C7}"/>
          </ac:spMkLst>
        </pc:spChg>
        <pc:spChg chg="add del mod">
          <ac:chgData name="Shuva Mukhopadhyay" userId="c9bcf94a79d2420e" providerId="LiveId" clId="{E7B30D24-FBCF-4C93-862A-5490E7E0778D}" dt="2025-11-21T20:12:15.256" v="1695" actId="21"/>
          <ac:spMkLst>
            <pc:docMk/>
            <pc:sldMk cId="3485313898" sldId="2583"/>
            <ac:spMk id="9" creationId="{B7344A1A-AF91-4785-EBBE-B78F5A6C3203}"/>
          </ac:spMkLst>
        </pc:spChg>
        <pc:spChg chg="add del mod">
          <ac:chgData name="Shuva Mukhopadhyay" userId="c9bcf94a79d2420e" providerId="LiveId" clId="{E7B30D24-FBCF-4C93-862A-5490E7E0778D}" dt="2025-11-21T20:56:57.550" v="2805" actId="478"/>
          <ac:spMkLst>
            <pc:docMk/>
            <pc:sldMk cId="3485313898" sldId="2583"/>
            <ac:spMk id="11" creationId="{BFB6B69B-5E06-B9A9-1071-1FC27A3DBCD0}"/>
          </ac:spMkLst>
        </pc:spChg>
        <pc:spChg chg="mod">
          <ac:chgData name="Shuva Mukhopadhyay" userId="c9bcf94a79d2420e" providerId="LiveId" clId="{E7B30D24-FBCF-4C93-862A-5490E7E0778D}" dt="2025-11-21T20:13:46.921" v="1734" actId="14100"/>
          <ac:spMkLst>
            <pc:docMk/>
            <pc:sldMk cId="3485313898" sldId="2583"/>
            <ac:spMk id="13" creationId="{DA1C7C80-D6F1-9A82-0710-D5F24DBFF94F}"/>
          </ac:spMkLst>
        </pc:spChg>
        <pc:spChg chg="add del mod">
          <ac:chgData name="Shuva Mukhopadhyay" userId="c9bcf94a79d2420e" providerId="LiveId" clId="{E7B30D24-FBCF-4C93-862A-5490E7E0778D}" dt="2025-11-21T20:12:45.310" v="1715" actId="21"/>
          <ac:spMkLst>
            <pc:docMk/>
            <pc:sldMk cId="3485313898" sldId="2583"/>
            <ac:spMk id="16" creationId="{652AE015-D313-4DEC-D1E5-9E0081416900}"/>
          </ac:spMkLst>
        </pc:spChg>
        <pc:spChg chg="add mod">
          <ac:chgData name="Shuva Mukhopadhyay" userId="c9bcf94a79d2420e" providerId="LiveId" clId="{E7B30D24-FBCF-4C93-862A-5490E7E0778D}" dt="2025-11-21T20:58:15.325" v="2823" actId="14100"/>
          <ac:spMkLst>
            <pc:docMk/>
            <pc:sldMk cId="3485313898" sldId="2583"/>
            <ac:spMk id="18" creationId="{D7A11FF8-89E9-BAFA-4B25-654391F18092}"/>
          </ac:spMkLst>
        </pc:spChg>
        <pc:picChg chg="add del mod">
          <ac:chgData name="Shuva Mukhopadhyay" userId="c9bcf94a79d2420e" providerId="LiveId" clId="{E7B30D24-FBCF-4C93-862A-5490E7E0778D}" dt="2025-11-21T17:59:34.481" v="846" actId="21"/>
          <ac:picMkLst>
            <pc:docMk/>
            <pc:sldMk cId="3485313898" sldId="2583"/>
            <ac:picMk id="4" creationId="{BD686B77-ACF8-6847-961A-D3ACBCB009DE}"/>
          </ac:picMkLst>
        </pc:picChg>
        <pc:picChg chg="add mod">
          <ac:chgData name="Shuva Mukhopadhyay" userId="c9bcf94a79d2420e" providerId="LiveId" clId="{E7B30D24-FBCF-4C93-862A-5490E7E0778D}" dt="2025-11-21T20:57:48.444" v="2817" actId="1076"/>
          <ac:picMkLst>
            <pc:docMk/>
            <pc:sldMk cId="3485313898" sldId="2583"/>
            <ac:picMk id="7" creationId="{C2911ED9-6BD0-7E76-A738-82789F1ECCA4}"/>
          </ac:picMkLst>
        </pc:picChg>
        <pc:picChg chg="mod">
          <ac:chgData name="Shuva Mukhopadhyay" userId="c9bcf94a79d2420e" providerId="LiveId" clId="{E7B30D24-FBCF-4C93-862A-5490E7E0778D}" dt="2025-11-21T20:57:55.970" v="2819" actId="1076"/>
          <ac:picMkLst>
            <pc:docMk/>
            <pc:sldMk cId="3485313898" sldId="2583"/>
            <ac:picMk id="8" creationId="{A9F606C8-B09C-5BBF-B9A3-FDA586C53E0C}"/>
          </ac:picMkLst>
        </pc:picChg>
        <pc:picChg chg="mod modCrop">
          <ac:chgData name="Shuva Mukhopadhyay" userId="c9bcf94a79d2420e" providerId="LiveId" clId="{E7B30D24-FBCF-4C93-862A-5490E7E0778D}" dt="2025-11-21T20:57:20.542" v="2809" actId="1076"/>
          <ac:picMkLst>
            <pc:docMk/>
            <pc:sldMk cId="3485313898" sldId="2583"/>
            <ac:picMk id="10" creationId="{A9B4B873-3B94-B2CF-72AE-19E8045F6B81}"/>
          </ac:picMkLst>
        </pc:picChg>
        <pc:picChg chg="del mod">
          <ac:chgData name="Shuva Mukhopadhyay" userId="c9bcf94a79d2420e" providerId="LiveId" clId="{E7B30D24-FBCF-4C93-862A-5490E7E0778D}" dt="2025-11-21T20:58:09.043" v="2821" actId="21"/>
          <ac:picMkLst>
            <pc:docMk/>
            <pc:sldMk cId="3485313898" sldId="2583"/>
            <ac:picMk id="12" creationId="{FB1C1892-6C13-1D2B-CFE1-4CBD3B30D50E}"/>
          </ac:picMkLst>
        </pc:picChg>
        <pc:picChg chg="mod">
          <ac:chgData name="Shuva Mukhopadhyay" userId="c9bcf94a79d2420e" providerId="LiveId" clId="{E7B30D24-FBCF-4C93-862A-5490E7E0778D}" dt="2025-11-21T20:57:19.056" v="2808" actId="1076"/>
          <ac:picMkLst>
            <pc:docMk/>
            <pc:sldMk cId="3485313898" sldId="2583"/>
            <ac:picMk id="14" creationId="{DCB875AC-7D77-8159-5056-4128ACF25C4B}"/>
          </ac:picMkLst>
        </pc:picChg>
      </pc:sldChg>
      <pc:sldChg chg="addSp delSp modSp add mod ord delAnim modNotesTx">
        <pc:chgData name="Shuva Mukhopadhyay" userId="c9bcf94a79d2420e" providerId="LiveId" clId="{E7B30D24-FBCF-4C93-862A-5490E7E0778D}" dt="2025-11-21T21:09:50.263" v="3048" actId="1076"/>
        <pc:sldMkLst>
          <pc:docMk/>
          <pc:sldMk cId="2385197021" sldId="2584"/>
        </pc:sldMkLst>
        <pc:spChg chg="add del mod">
          <ac:chgData name="Shuva Mukhopadhyay" userId="c9bcf94a79d2420e" providerId="LiveId" clId="{E7B30D24-FBCF-4C93-862A-5490E7E0778D}" dt="2025-11-21T19:47:10.570" v="1414" actId="21"/>
          <ac:spMkLst>
            <pc:docMk/>
            <pc:sldMk cId="2385197021" sldId="2584"/>
            <ac:spMk id="2" creationId="{FD9AB04D-43F6-6D06-8F2E-0BFF68FCADE2}"/>
          </ac:spMkLst>
        </pc:spChg>
        <pc:spChg chg="add del mod">
          <ac:chgData name="Shuva Mukhopadhyay" userId="c9bcf94a79d2420e" providerId="LiveId" clId="{E7B30D24-FBCF-4C93-862A-5490E7E0778D}" dt="2025-11-21T21:09:50.263" v="3048" actId="1076"/>
          <ac:spMkLst>
            <pc:docMk/>
            <pc:sldMk cId="2385197021" sldId="2584"/>
            <ac:spMk id="3" creationId="{50B46C86-57BE-A8DC-5598-42A334456874}"/>
          </ac:spMkLst>
        </pc:spChg>
        <pc:spChg chg="del">
          <ac:chgData name="Shuva Mukhopadhyay" userId="c9bcf94a79d2420e" providerId="LiveId" clId="{E7B30D24-FBCF-4C93-862A-5490E7E0778D}" dt="2025-11-21T18:05:06.808" v="878" actId="21"/>
          <ac:spMkLst>
            <pc:docMk/>
            <pc:sldMk cId="2385197021" sldId="2584"/>
            <ac:spMk id="5" creationId="{B0C69B14-2D13-88EC-7BC6-F2D7D5928669}"/>
          </ac:spMkLst>
        </pc:spChg>
        <pc:spChg chg="mod">
          <ac:chgData name="Shuva Mukhopadhyay" userId="c9bcf94a79d2420e" providerId="LiveId" clId="{E7B30D24-FBCF-4C93-862A-5490E7E0778D}" dt="2025-11-21T20:49:12.343" v="2650" actId="14100"/>
          <ac:spMkLst>
            <pc:docMk/>
            <pc:sldMk cId="2385197021" sldId="2584"/>
            <ac:spMk id="14" creationId="{E0CA3D79-2279-B0B5-6D9A-CB20A897EDD7}"/>
          </ac:spMkLst>
        </pc:spChg>
        <pc:picChg chg="mod">
          <ac:chgData name="Shuva Mukhopadhyay" userId="c9bcf94a79d2420e" providerId="LiveId" clId="{E7B30D24-FBCF-4C93-862A-5490E7E0778D}" dt="2025-11-21T20:49:19.549" v="2651" actId="14100"/>
          <ac:picMkLst>
            <pc:docMk/>
            <pc:sldMk cId="2385197021" sldId="2584"/>
            <ac:picMk id="4" creationId="{68C57BC2-F9E3-39D9-7848-FD1F0110720B}"/>
          </ac:picMkLst>
        </pc:picChg>
        <pc:picChg chg="add del mod">
          <ac:chgData name="Shuva Mukhopadhyay" userId="c9bcf94a79d2420e" providerId="LiveId" clId="{E7B30D24-FBCF-4C93-862A-5490E7E0778D}" dt="2025-11-21T18:05:20.900" v="881" actId="21"/>
          <ac:picMkLst>
            <pc:docMk/>
            <pc:sldMk cId="2385197021" sldId="2584"/>
            <ac:picMk id="7" creationId="{8B8B5ADB-018C-845E-1B85-EE4AB92FBD57}"/>
          </ac:picMkLst>
        </pc:picChg>
        <pc:picChg chg="add del">
          <ac:chgData name="Shuva Mukhopadhyay" userId="c9bcf94a79d2420e" providerId="LiveId" clId="{E7B30D24-FBCF-4C93-862A-5490E7E0778D}" dt="2025-11-21T18:05:48.856" v="885" actId="21"/>
          <ac:picMkLst>
            <pc:docMk/>
            <pc:sldMk cId="2385197021" sldId="2584"/>
            <ac:picMk id="9" creationId="{790B4EA4-B8D2-7603-9509-427A7D46C0C8}"/>
          </ac:picMkLst>
        </pc:picChg>
        <pc:picChg chg="add mod">
          <ac:chgData name="Shuva Mukhopadhyay" userId="c9bcf94a79d2420e" providerId="LiveId" clId="{E7B30D24-FBCF-4C93-862A-5490E7E0778D}" dt="2025-11-21T20:49:28.721" v="2653" actId="14100"/>
          <ac:picMkLst>
            <pc:docMk/>
            <pc:sldMk cId="2385197021" sldId="2584"/>
            <ac:picMk id="11" creationId="{50BBC8B6-AD53-1CB8-A1EB-5DB548E1C5E5}"/>
          </ac:picMkLst>
        </pc:picChg>
        <pc:picChg chg="add mod">
          <ac:chgData name="Shuva Mukhopadhyay" userId="c9bcf94a79d2420e" providerId="LiveId" clId="{E7B30D24-FBCF-4C93-862A-5490E7E0778D}" dt="2025-11-21T20:49:30.875" v="2654" actId="14100"/>
          <ac:picMkLst>
            <pc:docMk/>
            <pc:sldMk cId="2385197021" sldId="2584"/>
            <ac:picMk id="13" creationId="{D8F8C026-FD5F-3429-3E5D-4E7E01F2DFC7}"/>
          </ac:picMkLst>
        </pc:picChg>
      </pc:sldChg>
      <pc:sldChg chg="modSp new del mod ord">
        <pc:chgData name="Shuva Mukhopadhyay" userId="c9bcf94a79d2420e" providerId="LiveId" clId="{E7B30D24-FBCF-4C93-862A-5490E7E0778D}" dt="2025-11-21T19:47:06.298" v="1413" actId="2696"/>
        <pc:sldMkLst>
          <pc:docMk/>
          <pc:sldMk cId="2550737841" sldId="2585"/>
        </pc:sldMkLst>
        <pc:spChg chg="mod">
          <ac:chgData name="Shuva Mukhopadhyay" userId="c9bcf94a79d2420e" providerId="LiveId" clId="{E7B30D24-FBCF-4C93-862A-5490E7E0778D}" dt="2025-11-21T19:17:52.262" v="1157"/>
          <ac:spMkLst>
            <pc:docMk/>
            <pc:sldMk cId="2550737841" sldId="2585"/>
            <ac:spMk id="2" creationId="{1CEFBE7F-AC2A-01B4-D7D9-BB5D38D56CD4}"/>
          </ac:spMkLst>
        </pc:spChg>
      </pc:sldChg>
      <pc:sldChg chg="add del">
        <pc:chgData name="Shuva Mukhopadhyay" userId="c9bcf94a79d2420e" providerId="LiveId" clId="{E7B30D24-FBCF-4C93-862A-5490E7E0778D}" dt="2025-11-21T18:08:42.534" v="914" actId="2696"/>
        <pc:sldMkLst>
          <pc:docMk/>
          <pc:sldMk cId="3642741306" sldId="2585"/>
        </pc:sldMkLst>
      </pc:sldChg>
      <pc:sldChg chg="add del ord">
        <pc:chgData name="Shuva Mukhopadhyay" userId="c9bcf94a79d2420e" providerId="LiveId" clId="{E7B30D24-FBCF-4C93-862A-5490E7E0778D}" dt="2025-11-21T18:12:15.304" v="963" actId="2696"/>
        <pc:sldMkLst>
          <pc:docMk/>
          <pc:sldMk cId="1959730390" sldId="2586"/>
        </pc:sldMkLst>
      </pc:sldChg>
      <pc:sldChg chg="add del">
        <pc:chgData name="Shuva Mukhopadhyay" userId="c9bcf94a79d2420e" providerId="LiveId" clId="{E7B30D24-FBCF-4C93-862A-5490E7E0778D}" dt="2025-11-21T18:10:17.487" v="946" actId="2890"/>
        <pc:sldMkLst>
          <pc:docMk/>
          <pc:sldMk cId="3537644201" sldId="2586"/>
        </pc:sldMkLst>
      </pc:sldChg>
      <pc:sldChg chg="addSp delSp modSp add mod ord delAnim">
        <pc:chgData name="Shuva Mukhopadhyay" userId="c9bcf94a79d2420e" providerId="LiveId" clId="{E7B30D24-FBCF-4C93-862A-5490E7E0778D}" dt="2025-11-21T20:49:46.940" v="2655" actId="20577"/>
        <pc:sldMkLst>
          <pc:docMk/>
          <pc:sldMk cId="889666224" sldId="2587"/>
        </pc:sldMkLst>
        <pc:spChg chg="mod">
          <ac:chgData name="Shuva Mukhopadhyay" userId="c9bcf94a79d2420e" providerId="LiveId" clId="{E7B30D24-FBCF-4C93-862A-5490E7E0778D}" dt="2025-11-21T20:49:46.940" v="2655" actId="20577"/>
          <ac:spMkLst>
            <pc:docMk/>
            <pc:sldMk cId="889666224" sldId="2587"/>
            <ac:spMk id="2" creationId="{77F7D38C-EB9F-A7F2-87DD-2A35545F9EF4}"/>
          </ac:spMkLst>
        </pc:spChg>
        <pc:spChg chg="del">
          <ac:chgData name="Shuva Mukhopadhyay" userId="c9bcf94a79d2420e" providerId="LiveId" clId="{E7B30D24-FBCF-4C93-862A-5490E7E0778D}" dt="2025-11-21T18:44:41.939" v="1025" actId="21"/>
          <ac:spMkLst>
            <pc:docMk/>
            <pc:sldMk cId="889666224" sldId="2587"/>
            <ac:spMk id="5" creationId="{26F66C50-5DFA-73AB-5DB0-4602710FF626}"/>
          </ac:spMkLst>
        </pc:spChg>
        <pc:spChg chg="add del">
          <ac:chgData name="Shuva Mukhopadhyay" userId="c9bcf94a79d2420e" providerId="LiveId" clId="{E7B30D24-FBCF-4C93-862A-5490E7E0778D}" dt="2025-11-21T18:15:42.509" v="975" actId="22"/>
          <ac:spMkLst>
            <pc:docMk/>
            <pc:sldMk cId="889666224" sldId="2587"/>
            <ac:spMk id="6" creationId="{261D0792-E09C-599E-4B5E-DCCA3562639F}"/>
          </ac:spMkLst>
        </pc:spChg>
        <pc:spChg chg="del">
          <ac:chgData name="Shuva Mukhopadhyay" userId="c9bcf94a79d2420e" providerId="LiveId" clId="{E7B30D24-FBCF-4C93-862A-5490E7E0778D}" dt="2025-11-21T18:15:51.011" v="976" actId="21"/>
          <ac:spMkLst>
            <pc:docMk/>
            <pc:sldMk cId="889666224" sldId="2587"/>
            <ac:spMk id="9" creationId="{1367E2B6-9829-93BE-D079-A042B3B9161C}"/>
          </ac:spMkLst>
        </pc:spChg>
        <pc:spChg chg="add del mod">
          <ac:chgData name="Shuva Mukhopadhyay" userId="c9bcf94a79d2420e" providerId="LiveId" clId="{E7B30D24-FBCF-4C93-862A-5490E7E0778D}" dt="2025-11-21T19:48:52.561" v="1426" actId="1076"/>
          <ac:spMkLst>
            <pc:docMk/>
            <pc:sldMk cId="889666224" sldId="2587"/>
            <ac:spMk id="13" creationId="{5DD2C9E8-3EEB-D55B-97AE-BAD9D4BE5613}"/>
          </ac:spMkLst>
        </pc:spChg>
        <pc:picChg chg="mod">
          <ac:chgData name="Shuva Mukhopadhyay" userId="c9bcf94a79d2420e" providerId="LiveId" clId="{E7B30D24-FBCF-4C93-862A-5490E7E0778D}" dt="2025-11-21T20:39:07.527" v="2588" actId="1076"/>
          <ac:picMkLst>
            <pc:docMk/>
            <pc:sldMk cId="889666224" sldId="2587"/>
            <ac:picMk id="4" creationId="{1AC0C049-C976-B14B-6FE2-A926C112CBA0}"/>
          </ac:picMkLst>
        </pc:picChg>
        <pc:picChg chg="mod">
          <ac:chgData name="Shuva Mukhopadhyay" userId="c9bcf94a79d2420e" providerId="LiveId" clId="{E7B30D24-FBCF-4C93-862A-5490E7E0778D}" dt="2025-11-21T20:39:12.797" v="2590" actId="1076"/>
          <ac:picMkLst>
            <pc:docMk/>
            <pc:sldMk cId="889666224" sldId="2587"/>
            <ac:picMk id="8" creationId="{5D733587-7DD5-161F-12BC-D3199142E1E8}"/>
          </ac:picMkLst>
        </pc:picChg>
        <pc:picChg chg="add mod">
          <ac:chgData name="Shuva Mukhopadhyay" userId="c9bcf94a79d2420e" providerId="LiveId" clId="{E7B30D24-FBCF-4C93-862A-5490E7E0778D}" dt="2025-11-21T20:39:10.307" v="2589" actId="1076"/>
          <ac:picMkLst>
            <pc:docMk/>
            <pc:sldMk cId="889666224" sldId="2587"/>
            <ac:picMk id="10" creationId="{698938EB-BA11-EC32-1BA7-8EC45950A20F}"/>
          </ac:picMkLst>
        </pc:picChg>
        <pc:picChg chg="add mod">
          <ac:chgData name="Shuva Mukhopadhyay" userId="c9bcf94a79d2420e" providerId="LiveId" clId="{E7B30D24-FBCF-4C93-862A-5490E7E0778D}" dt="2025-11-21T20:39:16.252" v="2591" actId="1076"/>
          <ac:picMkLst>
            <pc:docMk/>
            <pc:sldMk cId="889666224" sldId="2587"/>
            <ac:picMk id="11" creationId="{CFA52E0B-5C53-CA31-6C0C-18E55687872E}"/>
          </ac:picMkLst>
        </pc:picChg>
        <pc:picChg chg="add mod">
          <ac:chgData name="Shuva Mukhopadhyay" userId="c9bcf94a79d2420e" providerId="LiveId" clId="{E7B30D24-FBCF-4C93-862A-5490E7E0778D}" dt="2025-11-21T20:39:24.540" v="2593" actId="14100"/>
          <ac:picMkLst>
            <pc:docMk/>
            <pc:sldMk cId="889666224" sldId="2587"/>
            <ac:picMk id="12" creationId="{FD4BFADB-19B8-CBBE-25E6-B8CE05FFB517}"/>
          </ac:picMkLst>
        </pc:picChg>
      </pc:sldChg>
      <pc:sldChg chg="addSp delSp modSp add del mod ord delAnim modNotesTx">
        <pc:chgData name="Shuva Mukhopadhyay" userId="c9bcf94a79d2420e" providerId="LiveId" clId="{E7B30D24-FBCF-4C93-862A-5490E7E0778D}" dt="2025-11-21T19:54:44.672" v="1620" actId="2696"/>
        <pc:sldMkLst>
          <pc:docMk/>
          <pc:sldMk cId="1239289494" sldId="2588"/>
        </pc:sldMkLst>
        <pc:spChg chg="mod">
          <ac:chgData name="Shuva Mukhopadhyay" userId="c9bcf94a79d2420e" providerId="LiveId" clId="{E7B30D24-FBCF-4C93-862A-5490E7E0778D}" dt="2025-11-21T19:11:04.557" v="1148" actId="27636"/>
          <ac:spMkLst>
            <pc:docMk/>
            <pc:sldMk cId="1239289494" sldId="2588"/>
            <ac:spMk id="2" creationId="{84683A56-D930-742F-717C-E3D4FBE7AE78}"/>
          </ac:spMkLst>
        </pc:spChg>
        <pc:spChg chg="del">
          <ac:chgData name="Shuva Mukhopadhyay" userId="c9bcf94a79d2420e" providerId="LiveId" clId="{E7B30D24-FBCF-4C93-862A-5490E7E0778D}" dt="2025-11-21T18:29:07.822" v="1021" actId="21"/>
          <ac:spMkLst>
            <pc:docMk/>
            <pc:sldMk cId="1239289494" sldId="2588"/>
            <ac:spMk id="5" creationId="{C9A1544F-3D94-0BEE-6697-7DE7EF1726A2}"/>
          </ac:spMkLst>
        </pc:spChg>
        <pc:picChg chg="add del mod">
          <ac:chgData name="Shuva Mukhopadhyay" userId="c9bcf94a79d2420e" providerId="LiveId" clId="{E7B30D24-FBCF-4C93-862A-5490E7E0778D}" dt="2025-11-21T19:11:21.127" v="1149" actId="21"/>
          <ac:picMkLst>
            <pc:docMk/>
            <pc:sldMk cId="1239289494" sldId="2588"/>
            <ac:picMk id="4" creationId="{98384109-0B38-9EE5-88A6-1149892A416A}"/>
          </ac:picMkLst>
        </pc:picChg>
        <pc:picChg chg="del mod">
          <ac:chgData name="Shuva Mukhopadhyay" userId="c9bcf94a79d2420e" providerId="LiveId" clId="{E7B30D24-FBCF-4C93-862A-5490E7E0778D}" dt="2025-11-21T18:29:20.634" v="1022" actId="21"/>
          <ac:picMkLst>
            <pc:docMk/>
            <pc:sldMk cId="1239289494" sldId="2588"/>
            <ac:picMk id="6" creationId="{49A40302-990F-BF32-41AA-8C47D1D6425F}"/>
          </ac:picMkLst>
        </pc:picChg>
        <pc:picChg chg="add del">
          <ac:chgData name="Shuva Mukhopadhyay" userId="c9bcf94a79d2420e" providerId="LiveId" clId="{E7B30D24-FBCF-4C93-862A-5490E7E0778D}" dt="2025-11-21T18:45:35.552" v="1028" actId="478"/>
          <ac:picMkLst>
            <pc:docMk/>
            <pc:sldMk cId="1239289494" sldId="2588"/>
            <ac:picMk id="8" creationId="{DF63732F-3D0F-CC56-43CB-57FB73F2354F}"/>
          </ac:picMkLst>
        </pc:picChg>
        <pc:picChg chg="add mod">
          <ac:chgData name="Shuva Mukhopadhyay" userId="c9bcf94a79d2420e" providerId="LiveId" clId="{E7B30D24-FBCF-4C93-862A-5490E7E0778D}" dt="2025-11-21T19:47:39.566" v="1421" actId="1076"/>
          <ac:picMkLst>
            <pc:docMk/>
            <pc:sldMk cId="1239289494" sldId="2588"/>
            <ac:picMk id="10" creationId="{6553502F-CAE2-277F-1483-E8A023B503BC}"/>
          </ac:picMkLst>
        </pc:picChg>
        <pc:picChg chg="add mod">
          <ac:chgData name="Shuva Mukhopadhyay" userId="c9bcf94a79d2420e" providerId="LiveId" clId="{E7B30D24-FBCF-4C93-862A-5490E7E0778D}" dt="2025-11-21T19:47:42.858" v="1422" actId="1076"/>
          <ac:picMkLst>
            <pc:docMk/>
            <pc:sldMk cId="1239289494" sldId="2588"/>
            <ac:picMk id="12" creationId="{C51E38AA-5086-9AF7-5A02-9FB061A5601D}"/>
          </ac:picMkLst>
        </pc:picChg>
        <pc:picChg chg="add del mod">
          <ac:chgData name="Shuva Mukhopadhyay" userId="c9bcf94a79d2420e" providerId="LiveId" clId="{E7B30D24-FBCF-4C93-862A-5490E7E0778D}" dt="2025-11-21T19:10:13.683" v="1128" actId="21"/>
          <ac:picMkLst>
            <pc:docMk/>
            <pc:sldMk cId="1239289494" sldId="2588"/>
            <ac:picMk id="13" creationId="{3B0CF98D-A391-80BF-FB79-D171898B2A29}"/>
          </ac:picMkLst>
        </pc:picChg>
      </pc:sldChg>
      <pc:sldChg chg="modSp add del">
        <pc:chgData name="Shuva Mukhopadhyay" userId="c9bcf94a79d2420e" providerId="LiveId" clId="{E7B30D24-FBCF-4C93-862A-5490E7E0778D}" dt="2025-11-21T21:20:05.475" v="3065" actId="2696"/>
        <pc:sldMkLst>
          <pc:docMk/>
          <pc:sldMk cId="4290206974" sldId="2589"/>
        </pc:sldMkLst>
        <pc:spChg chg="mod">
          <ac:chgData name="Shuva Mukhopadhyay" userId="c9bcf94a79d2420e" providerId="LiveId" clId="{E7B30D24-FBCF-4C93-862A-5490E7E0778D}" dt="2025-11-21T19:17:52.262" v="1157"/>
          <ac:spMkLst>
            <pc:docMk/>
            <pc:sldMk cId="4290206974" sldId="2589"/>
            <ac:spMk id="2" creationId="{C56A63B2-980E-E11A-638C-E807D66E0CCD}"/>
          </ac:spMkLst>
        </pc:spChg>
      </pc:sldChg>
      <pc:sldChg chg="addSp delSp modSp del mod ord">
        <pc:chgData name="Shuva Mukhopadhyay" userId="c9bcf94a79d2420e" providerId="LiveId" clId="{E7B30D24-FBCF-4C93-862A-5490E7E0778D}" dt="2025-11-21T21:20:05.475" v="3065" actId="2696"/>
        <pc:sldMkLst>
          <pc:docMk/>
          <pc:sldMk cId="2682998344" sldId="2590"/>
        </pc:sldMkLst>
        <pc:spChg chg="mod">
          <ac:chgData name="Shuva Mukhopadhyay" userId="c9bcf94a79d2420e" providerId="LiveId" clId="{E7B30D24-FBCF-4C93-862A-5490E7E0778D}" dt="2025-11-21T20:21:12.001" v="2134" actId="20577"/>
          <ac:spMkLst>
            <pc:docMk/>
            <pc:sldMk cId="2682998344" sldId="2590"/>
            <ac:spMk id="2" creationId="{FEBDDFAE-32B2-A8B3-12AC-91464E3E437C}"/>
          </ac:spMkLst>
        </pc:spChg>
        <pc:spChg chg="mod">
          <ac:chgData name="Shuva Mukhopadhyay" userId="c9bcf94a79d2420e" providerId="LiveId" clId="{E7B30D24-FBCF-4C93-862A-5490E7E0778D}" dt="2025-11-21T20:23:20.614" v="2313" actId="20577"/>
          <ac:spMkLst>
            <pc:docMk/>
            <pc:sldMk cId="2682998344" sldId="2590"/>
            <ac:spMk id="5" creationId="{E7393BF3-7286-49E3-8680-F39C8FD2FD2D}"/>
          </ac:spMkLst>
        </pc:spChg>
        <pc:spChg chg="add del mod">
          <ac:chgData name="Shuva Mukhopadhyay" userId="c9bcf94a79d2420e" providerId="LiveId" clId="{E7B30D24-FBCF-4C93-862A-5490E7E0778D}" dt="2025-11-21T19:19:59.203" v="1178" actId="21"/>
          <ac:spMkLst>
            <pc:docMk/>
            <pc:sldMk cId="2682998344" sldId="2590"/>
            <ac:spMk id="6" creationId="{11A5F9E5-1BE0-B10C-7204-43C754D18CFF}"/>
          </ac:spMkLst>
        </pc:spChg>
        <pc:spChg chg="mod">
          <ac:chgData name="Shuva Mukhopadhyay" userId="c9bcf94a79d2420e" providerId="LiveId" clId="{E7B30D24-FBCF-4C93-862A-5490E7E0778D}" dt="2025-11-21T20:21:02.320" v="2118" actId="1076"/>
          <ac:spMkLst>
            <pc:docMk/>
            <pc:sldMk cId="2682998344" sldId="2590"/>
            <ac:spMk id="7" creationId="{22593BE4-1502-FE5D-19BA-C167A4258A18}"/>
          </ac:spMkLst>
        </pc:spChg>
        <pc:spChg chg="mod">
          <ac:chgData name="Shuva Mukhopadhyay" userId="c9bcf94a79d2420e" providerId="LiveId" clId="{E7B30D24-FBCF-4C93-862A-5490E7E0778D}" dt="2025-11-21T20:20:50.021" v="2117" actId="14100"/>
          <ac:spMkLst>
            <pc:docMk/>
            <pc:sldMk cId="2682998344" sldId="2590"/>
            <ac:spMk id="10" creationId="{7B1A8465-BCDD-46E3-0F1E-225CCC1F9219}"/>
          </ac:spMkLst>
        </pc:spChg>
        <pc:picChg chg="del mod">
          <ac:chgData name="Shuva Mukhopadhyay" userId="c9bcf94a79d2420e" providerId="LiveId" clId="{E7B30D24-FBCF-4C93-862A-5490E7E0778D}" dt="2025-11-21T19:19:54.998" v="1177" actId="21"/>
          <ac:picMkLst>
            <pc:docMk/>
            <pc:sldMk cId="2682998344" sldId="2590"/>
            <ac:picMk id="4" creationId="{645E00B0-A183-2682-B37C-1FE3F15ED68B}"/>
          </ac:picMkLst>
        </pc:picChg>
        <pc:picChg chg="del">
          <ac:chgData name="Shuva Mukhopadhyay" userId="c9bcf94a79d2420e" providerId="LiveId" clId="{E7B30D24-FBCF-4C93-862A-5490E7E0778D}" dt="2025-11-21T20:20:40.490" v="2114" actId="21"/>
          <ac:picMkLst>
            <pc:docMk/>
            <pc:sldMk cId="2682998344" sldId="2590"/>
            <ac:picMk id="1026" creationId="{BF73406F-B23C-9B11-C0BA-21C4BBF10CB5}"/>
          </ac:picMkLst>
        </pc:picChg>
      </pc:sldChg>
      <pc:sldChg chg="addSp delSp modSp new mod ord setBg modNotesTx">
        <pc:chgData name="Shuva Mukhopadhyay" userId="c9bcf94a79d2420e" providerId="LiveId" clId="{E7B30D24-FBCF-4C93-862A-5490E7E0778D}" dt="2025-11-21T21:19:44.786" v="3064" actId="14100"/>
        <pc:sldMkLst>
          <pc:docMk/>
          <pc:sldMk cId="882505193" sldId="2591"/>
        </pc:sldMkLst>
        <pc:spChg chg="mod">
          <ac:chgData name="Shuva Mukhopadhyay" userId="c9bcf94a79d2420e" providerId="LiveId" clId="{E7B30D24-FBCF-4C93-862A-5490E7E0778D}" dt="2025-11-21T20:59:54.285" v="2842" actId="122"/>
          <ac:spMkLst>
            <pc:docMk/>
            <pc:sldMk cId="882505193" sldId="2591"/>
            <ac:spMk id="2" creationId="{CD2FBF0D-9896-A02E-A7A1-0949D9EA828F}"/>
          </ac:spMkLst>
        </pc:spChg>
        <pc:spChg chg="del mod">
          <ac:chgData name="Shuva Mukhopadhyay" userId="c9bcf94a79d2420e" providerId="LiveId" clId="{E7B30D24-FBCF-4C93-862A-5490E7E0778D}" dt="2025-11-21T19:57:24.588" v="1638" actId="21"/>
          <ac:spMkLst>
            <pc:docMk/>
            <pc:sldMk cId="882505193" sldId="2591"/>
            <ac:spMk id="3" creationId="{5F036AA2-685F-981F-42E1-61A86F9C7B60}"/>
          </ac:spMkLst>
        </pc:spChg>
        <pc:spChg chg="del">
          <ac:chgData name="Shuva Mukhopadhyay" userId="c9bcf94a79d2420e" providerId="LiveId" clId="{E7B30D24-FBCF-4C93-862A-5490E7E0778D}" dt="2025-11-21T19:50:12.742" v="1433"/>
          <ac:spMkLst>
            <pc:docMk/>
            <pc:sldMk cId="882505193" sldId="2591"/>
            <ac:spMk id="4" creationId="{D66B0F6C-1612-8110-9B20-EF98CAE96A91}"/>
          </ac:spMkLst>
        </pc:spChg>
        <pc:spChg chg="del">
          <ac:chgData name="Shuva Mukhopadhyay" userId="c9bcf94a79d2420e" providerId="LiveId" clId="{E7B30D24-FBCF-4C93-862A-5490E7E0778D}" dt="2025-11-21T19:57:35.414" v="1641" actId="21"/>
          <ac:spMkLst>
            <pc:docMk/>
            <pc:sldMk cId="882505193" sldId="2591"/>
            <ac:spMk id="5" creationId="{4313A25B-7706-EB5A-BAA7-3F1857505442}"/>
          </ac:spMkLst>
        </pc:spChg>
        <pc:spChg chg="del">
          <ac:chgData name="Shuva Mukhopadhyay" userId="c9bcf94a79d2420e" providerId="LiveId" clId="{E7B30D24-FBCF-4C93-862A-5490E7E0778D}" dt="2025-11-21T19:50:20.653" v="1434"/>
          <ac:spMkLst>
            <pc:docMk/>
            <pc:sldMk cId="882505193" sldId="2591"/>
            <ac:spMk id="6" creationId="{18FF72D5-6EA1-1C41-6AAE-E47516FABE3E}"/>
          </ac:spMkLst>
        </pc:spChg>
        <pc:spChg chg="mod ord">
          <ac:chgData name="Shuva Mukhopadhyay" userId="c9bcf94a79d2420e" providerId="LiveId" clId="{E7B30D24-FBCF-4C93-862A-5490E7E0778D}" dt="2025-11-21T21:01:21.764" v="2857" actId="14100"/>
          <ac:spMkLst>
            <pc:docMk/>
            <pc:sldMk cId="882505193" sldId="2591"/>
            <ac:spMk id="7" creationId="{A9B88F73-6E43-3E69-C164-6AFB2139A983}"/>
          </ac:spMkLst>
        </pc:spChg>
        <pc:spChg chg="add del mod">
          <ac:chgData name="Shuva Mukhopadhyay" userId="c9bcf94a79d2420e" providerId="LiveId" clId="{E7B30D24-FBCF-4C93-862A-5490E7E0778D}" dt="2025-11-21T20:42:44.896" v="2618" actId="26606"/>
          <ac:spMkLst>
            <pc:docMk/>
            <pc:sldMk cId="882505193" sldId="2591"/>
            <ac:spMk id="13" creationId="{12516D23-82FD-227C-0E55-1FB2E3B2E812}"/>
          </ac:spMkLst>
        </pc:spChg>
        <pc:spChg chg="add del">
          <ac:chgData name="Shuva Mukhopadhyay" userId="c9bcf94a79d2420e" providerId="LiveId" clId="{E7B30D24-FBCF-4C93-862A-5490E7E0778D}" dt="2025-11-21T20:40:13.805" v="2596" actId="26606"/>
          <ac:spMkLst>
            <pc:docMk/>
            <pc:sldMk cId="882505193" sldId="2591"/>
            <ac:spMk id="14" creationId="{F0087D53-9295-4463-AAE4-D5C626046E9F}"/>
          </ac:spMkLst>
        </pc:spChg>
        <pc:spChg chg="add del">
          <ac:chgData name="Shuva Mukhopadhyay" userId="c9bcf94a79d2420e" providerId="LiveId" clId="{E7B30D24-FBCF-4C93-862A-5490E7E0778D}" dt="2025-11-21T20:40:13.805" v="2596" actId="26606"/>
          <ac:spMkLst>
            <pc:docMk/>
            <pc:sldMk cId="882505193" sldId="2591"/>
            <ac:spMk id="16" creationId="{D6A9C53F-5F90-40A5-8C85-5412D39C8C68}"/>
          </ac:spMkLst>
        </pc:spChg>
        <pc:spChg chg="add del">
          <ac:chgData name="Shuva Mukhopadhyay" userId="c9bcf94a79d2420e" providerId="LiveId" clId="{E7B30D24-FBCF-4C93-862A-5490E7E0778D}" dt="2025-11-21T20:40:20.023" v="2598" actId="26606"/>
          <ac:spMkLst>
            <pc:docMk/>
            <pc:sldMk cId="882505193" sldId="2591"/>
            <ac:spMk id="18" creationId="{506D7452-6CDE-4381-86CE-07B2459383D5}"/>
          </ac:spMkLst>
        </pc:spChg>
        <pc:spChg chg="add del">
          <ac:chgData name="Shuva Mukhopadhyay" userId="c9bcf94a79d2420e" providerId="LiveId" clId="{E7B30D24-FBCF-4C93-862A-5490E7E0778D}" dt="2025-11-21T20:40:20.023" v="2598" actId="26606"/>
          <ac:spMkLst>
            <pc:docMk/>
            <pc:sldMk cId="882505193" sldId="2591"/>
            <ac:spMk id="19" creationId="{6234BCC6-39B9-47D9-8BF8-C665401AE23C}"/>
          </ac:spMkLst>
        </pc:spChg>
        <pc:spChg chg="add del">
          <ac:chgData name="Shuva Mukhopadhyay" userId="c9bcf94a79d2420e" providerId="LiveId" clId="{E7B30D24-FBCF-4C93-862A-5490E7E0778D}" dt="2025-11-21T20:40:20.023" v="2598" actId="26606"/>
          <ac:spMkLst>
            <pc:docMk/>
            <pc:sldMk cId="882505193" sldId="2591"/>
            <ac:spMk id="20" creationId="{762DA937-8B55-4317-BD32-98D7AF30E39E}"/>
          </ac:spMkLst>
        </pc:spChg>
        <pc:spChg chg="add del">
          <ac:chgData name="Shuva Mukhopadhyay" userId="c9bcf94a79d2420e" providerId="LiveId" clId="{E7B30D24-FBCF-4C93-862A-5490E7E0778D}" dt="2025-11-21T20:40:20.023" v="2598" actId="26606"/>
          <ac:spMkLst>
            <pc:docMk/>
            <pc:sldMk cId="882505193" sldId="2591"/>
            <ac:spMk id="21" creationId="{72A9CE9D-DAC3-40AF-B504-78A64A909F9D}"/>
          </ac:spMkLst>
        </pc:spChg>
        <pc:spChg chg="add del">
          <ac:chgData name="Shuva Mukhopadhyay" userId="c9bcf94a79d2420e" providerId="LiveId" clId="{E7B30D24-FBCF-4C93-862A-5490E7E0778D}" dt="2025-11-21T20:40:20.023" v="2598" actId="26606"/>
          <ac:spMkLst>
            <pc:docMk/>
            <pc:sldMk cId="882505193" sldId="2591"/>
            <ac:spMk id="22" creationId="{C52EE5A8-045B-4D39-8ED1-513334085EEC}"/>
          </ac:spMkLst>
        </pc:spChg>
        <pc:spChg chg="add del">
          <ac:chgData name="Shuva Mukhopadhyay" userId="c9bcf94a79d2420e" providerId="LiveId" clId="{E7B30D24-FBCF-4C93-862A-5490E7E0778D}" dt="2025-11-21T20:40:22.248" v="2600" actId="26606"/>
          <ac:spMkLst>
            <pc:docMk/>
            <pc:sldMk cId="882505193" sldId="2591"/>
            <ac:spMk id="24" creationId="{F0087D53-9295-4463-AAE4-D5C626046E9F}"/>
          </ac:spMkLst>
        </pc:spChg>
        <pc:spChg chg="add del">
          <ac:chgData name="Shuva Mukhopadhyay" userId="c9bcf94a79d2420e" providerId="LiveId" clId="{E7B30D24-FBCF-4C93-862A-5490E7E0778D}" dt="2025-11-21T20:40:22.248" v="2600" actId="26606"/>
          <ac:spMkLst>
            <pc:docMk/>
            <pc:sldMk cId="882505193" sldId="2591"/>
            <ac:spMk id="25" creationId="{D6A9C53F-5F90-40A5-8C85-5412D39C8C68}"/>
          </ac:spMkLst>
        </pc:spChg>
        <pc:spChg chg="add del">
          <ac:chgData name="Shuva Mukhopadhyay" userId="c9bcf94a79d2420e" providerId="LiveId" clId="{E7B30D24-FBCF-4C93-862A-5490E7E0778D}" dt="2025-11-21T20:40:25.352" v="2602" actId="26606"/>
          <ac:spMkLst>
            <pc:docMk/>
            <pc:sldMk cId="882505193" sldId="2591"/>
            <ac:spMk id="27" creationId="{6234BCC6-39B9-47D9-8BF8-C665401AE23C}"/>
          </ac:spMkLst>
        </pc:spChg>
        <pc:spChg chg="add del">
          <ac:chgData name="Shuva Mukhopadhyay" userId="c9bcf94a79d2420e" providerId="LiveId" clId="{E7B30D24-FBCF-4C93-862A-5490E7E0778D}" dt="2025-11-21T20:40:25.352" v="2602" actId="26606"/>
          <ac:spMkLst>
            <pc:docMk/>
            <pc:sldMk cId="882505193" sldId="2591"/>
            <ac:spMk id="28" creationId="{72A9CE9D-DAC3-40AF-B504-78A64A909F9D}"/>
          </ac:spMkLst>
        </pc:spChg>
        <pc:spChg chg="add del">
          <ac:chgData name="Shuva Mukhopadhyay" userId="c9bcf94a79d2420e" providerId="LiveId" clId="{E7B30D24-FBCF-4C93-862A-5490E7E0778D}" dt="2025-11-21T20:40:25.352" v="2602" actId="26606"/>
          <ac:spMkLst>
            <pc:docMk/>
            <pc:sldMk cId="882505193" sldId="2591"/>
            <ac:spMk id="29" creationId="{506D7452-6CDE-4381-86CE-07B2459383D5}"/>
          </ac:spMkLst>
        </pc:spChg>
        <pc:spChg chg="add del">
          <ac:chgData name="Shuva Mukhopadhyay" userId="c9bcf94a79d2420e" providerId="LiveId" clId="{E7B30D24-FBCF-4C93-862A-5490E7E0778D}" dt="2025-11-21T20:40:25.352" v="2602" actId="26606"/>
          <ac:spMkLst>
            <pc:docMk/>
            <pc:sldMk cId="882505193" sldId="2591"/>
            <ac:spMk id="30" creationId="{762DA937-8B55-4317-BD32-98D7AF30E39E}"/>
          </ac:spMkLst>
        </pc:spChg>
        <pc:spChg chg="add del">
          <ac:chgData name="Shuva Mukhopadhyay" userId="c9bcf94a79d2420e" providerId="LiveId" clId="{E7B30D24-FBCF-4C93-862A-5490E7E0778D}" dt="2025-11-21T20:40:25.352" v="2602" actId="26606"/>
          <ac:spMkLst>
            <pc:docMk/>
            <pc:sldMk cId="882505193" sldId="2591"/>
            <ac:spMk id="31" creationId="{C52EE5A8-045B-4D39-8ED1-513334085EEC}"/>
          </ac:spMkLst>
        </pc:spChg>
        <pc:spChg chg="add del">
          <ac:chgData name="Shuva Mukhopadhyay" userId="c9bcf94a79d2420e" providerId="LiveId" clId="{E7B30D24-FBCF-4C93-862A-5490E7E0778D}" dt="2025-11-21T20:42:44.896" v="2618" actId="26606"/>
          <ac:spMkLst>
            <pc:docMk/>
            <pc:sldMk cId="882505193" sldId="2591"/>
            <ac:spMk id="33" creationId="{DB90EDA9-2517-46EC-B6D4-3918D04786C1}"/>
          </ac:spMkLst>
        </pc:spChg>
        <pc:spChg chg="add del">
          <ac:chgData name="Shuva Mukhopadhyay" userId="c9bcf94a79d2420e" providerId="LiveId" clId="{E7B30D24-FBCF-4C93-862A-5490E7E0778D}" dt="2025-11-21T20:42:44.896" v="2618" actId="26606"/>
          <ac:spMkLst>
            <pc:docMk/>
            <pc:sldMk cId="882505193" sldId="2591"/>
            <ac:spMk id="34" creationId="{D449B1F2-532C-44C7-8AC7-28EA15EE02CB}"/>
          </ac:spMkLst>
        </pc:spChg>
        <pc:spChg chg="add del">
          <ac:chgData name="Shuva Mukhopadhyay" userId="c9bcf94a79d2420e" providerId="LiveId" clId="{E7B30D24-FBCF-4C93-862A-5490E7E0778D}" dt="2025-11-21T20:42:44.896" v="2618" actId="26606"/>
          <ac:spMkLst>
            <pc:docMk/>
            <pc:sldMk cId="882505193" sldId="2591"/>
            <ac:spMk id="35" creationId="{EE7D3784-5CF9-4282-9B1C-523957852BF6}"/>
          </ac:spMkLst>
        </pc:spChg>
        <pc:picChg chg="add mod ord">
          <ac:chgData name="Shuva Mukhopadhyay" userId="c9bcf94a79d2420e" providerId="LiveId" clId="{E7B30D24-FBCF-4C93-862A-5490E7E0778D}" dt="2025-11-21T21:19:36.301" v="3063" actId="14100"/>
          <ac:picMkLst>
            <pc:docMk/>
            <pc:sldMk cId="882505193" sldId="2591"/>
            <ac:picMk id="8" creationId="{16225747-EC61-154D-89CE-3C581175C2FF}"/>
          </ac:picMkLst>
        </pc:picChg>
        <pc:picChg chg="add mod ord">
          <ac:chgData name="Shuva Mukhopadhyay" userId="c9bcf94a79d2420e" providerId="LiveId" clId="{E7B30D24-FBCF-4C93-862A-5490E7E0778D}" dt="2025-11-21T21:19:44.786" v="3064" actId="14100"/>
          <ac:picMkLst>
            <pc:docMk/>
            <pc:sldMk cId="882505193" sldId="2591"/>
            <ac:picMk id="9" creationId="{AEF1059E-583F-DF86-0224-D5D3C6389E01}"/>
          </ac:picMkLst>
        </pc:picChg>
        <pc:picChg chg="add del mod modCrop">
          <ac:chgData name="Shuva Mukhopadhyay" userId="c9bcf94a79d2420e" providerId="LiveId" clId="{E7B30D24-FBCF-4C93-862A-5490E7E0778D}" dt="2025-11-21T21:01:56.230" v="2862" actId="21"/>
          <ac:picMkLst>
            <pc:docMk/>
            <pc:sldMk cId="882505193" sldId="2591"/>
            <ac:picMk id="10" creationId="{F989CAA6-8491-7269-497F-19FFEA3C4432}"/>
          </ac:picMkLst>
        </pc:picChg>
        <pc:picChg chg="add mod ord modCrop">
          <ac:chgData name="Shuva Mukhopadhyay" userId="c9bcf94a79d2420e" providerId="LiveId" clId="{E7B30D24-FBCF-4C93-862A-5490E7E0778D}" dt="2025-11-21T21:19:29.509" v="3062" actId="171"/>
          <ac:picMkLst>
            <pc:docMk/>
            <pc:sldMk cId="882505193" sldId="2591"/>
            <ac:picMk id="11" creationId="{4C92FAC3-671A-65ED-6DC4-C2EF53F6C81D}"/>
          </ac:picMkLst>
        </pc:picChg>
        <pc:picChg chg="add del mod">
          <ac:chgData name="Shuva Mukhopadhyay" userId="c9bcf94a79d2420e" providerId="LiveId" clId="{E7B30D24-FBCF-4C93-862A-5490E7E0778D}" dt="2025-11-21T21:18:59.926" v="3055" actId="21"/>
          <ac:picMkLst>
            <pc:docMk/>
            <pc:sldMk cId="882505193" sldId="2591"/>
            <ac:picMk id="12" creationId="{C460BDF4-418E-8222-B7D6-8F814CD8A7C0}"/>
          </ac:picMkLst>
        </pc:picChg>
        <pc:picChg chg="add mod">
          <ac:chgData name="Shuva Mukhopadhyay" userId="c9bcf94a79d2420e" providerId="LiveId" clId="{E7B30D24-FBCF-4C93-862A-5490E7E0778D}" dt="2025-11-21T20:42:42.820" v="2614"/>
          <ac:picMkLst>
            <pc:docMk/>
            <pc:sldMk cId="882505193" sldId="2591"/>
            <ac:picMk id="1026" creationId="{8EF32EB1-6C31-8993-5530-ED436E48B7F3}"/>
          </ac:picMkLst>
        </pc:picChg>
      </pc:sldChg>
      <pc:sldChg chg="addSp delSp modSp new mod chgLayout">
        <pc:chgData name="Shuva Mukhopadhyay" userId="c9bcf94a79d2420e" providerId="LiveId" clId="{E7B30D24-FBCF-4C93-862A-5490E7E0778D}" dt="2025-11-21T21:23:29.340" v="3085" actId="2711"/>
        <pc:sldMkLst>
          <pc:docMk/>
          <pc:sldMk cId="2939609734" sldId="2592"/>
        </pc:sldMkLst>
        <pc:spChg chg="del mod">
          <ac:chgData name="Shuva Mukhopadhyay" userId="c9bcf94a79d2420e" providerId="LiveId" clId="{E7B30D24-FBCF-4C93-862A-5490E7E0778D}" dt="2025-11-21T21:20:43.781" v="3070" actId="21"/>
          <ac:spMkLst>
            <pc:docMk/>
            <pc:sldMk cId="2939609734" sldId="2592"/>
            <ac:spMk id="2" creationId="{165EF038-9F74-D78A-23BB-C0506BE0F707}"/>
          </ac:spMkLst>
        </pc:spChg>
        <pc:spChg chg="mod">
          <ac:chgData name="Shuva Mukhopadhyay" userId="c9bcf94a79d2420e" providerId="LiveId" clId="{E7B30D24-FBCF-4C93-862A-5490E7E0778D}" dt="2025-11-21T21:23:19.739" v="3082" actId="113"/>
          <ac:spMkLst>
            <pc:docMk/>
            <pc:sldMk cId="2939609734" sldId="2592"/>
            <ac:spMk id="3" creationId="{D2364A54-1814-C454-051E-F17ACC1710CA}"/>
          </ac:spMkLst>
        </pc:spChg>
        <pc:spChg chg="mod">
          <ac:chgData name="Shuva Mukhopadhyay" userId="c9bcf94a79d2420e" providerId="LiveId" clId="{E7B30D24-FBCF-4C93-862A-5490E7E0778D}" dt="2025-11-21T21:10:13.759" v="3050" actId="14100"/>
          <ac:spMkLst>
            <pc:docMk/>
            <pc:sldMk cId="2939609734" sldId="2592"/>
            <ac:spMk id="4" creationId="{8C99C776-B1AF-3E24-6A27-501BE4AF45C8}"/>
          </ac:spMkLst>
        </pc:spChg>
        <pc:spChg chg="add mod">
          <ac:chgData name="Shuva Mukhopadhyay" userId="c9bcf94a79d2420e" providerId="LiveId" clId="{E7B30D24-FBCF-4C93-862A-5490E7E0778D}" dt="2025-11-21T21:21:42.916" v="3078" actId="1076"/>
          <ac:spMkLst>
            <pc:docMk/>
            <pc:sldMk cId="2939609734" sldId="2592"/>
            <ac:spMk id="5" creationId="{C8EFDA85-A545-BFFA-CA03-70F05AD10830}"/>
          </ac:spMkLst>
        </pc:spChg>
        <pc:spChg chg="add mod">
          <ac:chgData name="Shuva Mukhopadhyay" userId="c9bcf94a79d2420e" providerId="LiveId" clId="{E7B30D24-FBCF-4C93-862A-5490E7E0778D}" dt="2025-11-21T21:23:29.340" v="3085" actId="2711"/>
          <ac:spMkLst>
            <pc:docMk/>
            <pc:sldMk cId="2939609734" sldId="2592"/>
            <ac:spMk id="7" creationId="{8CB96C32-1893-FE16-3649-CFC256449C20}"/>
          </ac:spMkLst>
        </pc:spChg>
        <pc:spChg chg="add del mod">
          <ac:chgData name="Shuva Mukhopadhyay" userId="c9bcf94a79d2420e" providerId="LiveId" clId="{E7B30D24-FBCF-4C93-862A-5490E7E0778D}" dt="2025-11-21T21:20:46.930" v="3071" actId="21"/>
          <ac:spMkLst>
            <pc:docMk/>
            <pc:sldMk cId="2939609734" sldId="2592"/>
            <ac:spMk id="9" creationId="{D64BEEF4-9800-5136-D183-FB6F1538B4DD}"/>
          </ac:spMkLst>
        </pc:spChg>
        <pc:picChg chg="add mod">
          <ac:chgData name="Shuva Mukhopadhyay" userId="c9bcf94a79d2420e" providerId="LiveId" clId="{E7B30D24-FBCF-4C93-862A-5490E7E0778D}" dt="2025-11-21T21:20:19.629" v="3066" actId="14100"/>
          <ac:picMkLst>
            <pc:docMk/>
            <pc:sldMk cId="2939609734" sldId="2592"/>
            <ac:picMk id="6" creationId="{966F48AB-0B0A-2B29-C7E7-37C1FB173E3F}"/>
          </ac:picMkLst>
        </pc:picChg>
      </pc:sldChg>
      <pc:sldChg chg="addSp delSp modSp new mod">
        <pc:chgData name="Shuva Mukhopadhyay" userId="c9bcf94a79d2420e" providerId="LiveId" clId="{E7B30D24-FBCF-4C93-862A-5490E7E0778D}" dt="2025-11-21T21:10:03.543" v="3049" actId="14100"/>
        <pc:sldMkLst>
          <pc:docMk/>
          <pc:sldMk cId="2726946580" sldId="2593"/>
        </pc:sldMkLst>
        <pc:spChg chg="mod">
          <ac:chgData name="Shuva Mukhopadhyay" userId="c9bcf94a79d2420e" providerId="LiveId" clId="{E7B30D24-FBCF-4C93-862A-5490E7E0778D}" dt="2025-11-21T21:02:53.514" v="2873" actId="1076"/>
          <ac:spMkLst>
            <pc:docMk/>
            <pc:sldMk cId="2726946580" sldId="2593"/>
            <ac:spMk id="2" creationId="{5A332803-24E5-5D21-65A3-23B8BFADB951}"/>
          </ac:spMkLst>
        </pc:spChg>
        <pc:spChg chg="mod">
          <ac:chgData name="Shuva Mukhopadhyay" userId="c9bcf94a79d2420e" providerId="LiveId" clId="{E7B30D24-FBCF-4C93-862A-5490E7E0778D}" dt="2025-11-21T20:35:29.436" v="2488" actId="1076"/>
          <ac:spMkLst>
            <pc:docMk/>
            <pc:sldMk cId="2726946580" sldId="2593"/>
            <ac:spMk id="3" creationId="{41645AC3-5F29-698F-A1A7-B7FE2F3C3952}"/>
          </ac:spMkLst>
        </pc:spChg>
        <pc:spChg chg="add del mod">
          <ac:chgData name="Shuva Mukhopadhyay" userId="c9bcf94a79d2420e" providerId="LiveId" clId="{E7B30D24-FBCF-4C93-862A-5490E7E0778D}" dt="2025-11-21T20:35:32.160" v="2489" actId="1076"/>
          <ac:spMkLst>
            <pc:docMk/>
            <pc:sldMk cId="2726946580" sldId="2593"/>
            <ac:spMk id="4" creationId="{CEAF96BC-37DE-21C8-A54C-9DA67410FAB2}"/>
          </ac:spMkLst>
        </pc:spChg>
        <pc:spChg chg="mod">
          <ac:chgData name="Shuva Mukhopadhyay" userId="c9bcf94a79d2420e" providerId="LiveId" clId="{E7B30D24-FBCF-4C93-862A-5490E7E0778D}" dt="2025-11-21T20:35:25.903" v="2487" actId="1076"/>
          <ac:spMkLst>
            <pc:docMk/>
            <pc:sldMk cId="2726946580" sldId="2593"/>
            <ac:spMk id="5" creationId="{23A22309-B7E7-8965-5105-F801F9411960}"/>
          </ac:spMkLst>
        </pc:spChg>
        <pc:spChg chg="mod">
          <ac:chgData name="Shuva Mukhopadhyay" userId="c9bcf94a79d2420e" providerId="LiveId" clId="{E7B30D24-FBCF-4C93-862A-5490E7E0778D}" dt="2025-11-21T21:03:14.966" v="2905" actId="6549"/>
          <ac:spMkLst>
            <pc:docMk/>
            <pc:sldMk cId="2726946580" sldId="2593"/>
            <ac:spMk id="6" creationId="{C943D247-BFBD-E99E-C5D7-B25266FE2F5D}"/>
          </ac:spMkLst>
        </pc:spChg>
        <pc:spChg chg="mod">
          <ac:chgData name="Shuva Mukhopadhyay" userId="c9bcf94a79d2420e" providerId="LiveId" clId="{E7B30D24-FBCF-4C93-862A-5490E7E0778D}" dt="2025-11-21T21:10:03.543" v="3049" actId="14100"/>
          <ac:spMkLst>
            <pc:docMk/>
            <pc:sldMk cId="2726946580" sldId="2593"/>
            <ac:spMk id="7" creationId="{9F489E78-BF65-742C-BBA5-8B3E0BED7548}"/>
          </ac:spMkLst>
        </pc:spChg>
        <pc:graphicFrameChg chg="add del">
          <ac:chgData name="Shuva Mukhopadhyay" userId="c9bcf94a79d2420e" providerId="LiveId" clId="{E7B30D24-FBCF-4C93-862A-5490E7E0778D}" dt="2025-11-21T20:30:10.616" v="2422" actId="26606"/>
          <ac:graphicFrameMkLst>
            <pc:docMk/>
            <pc:sldMk cId="2726946580" sldId="2593"/>
            <ac:graphicFrameMk id="9" creationId="{B1C001D6-74EE-16EE-DEA5-D3B3B9D24786}"/>
          </ac:graphicFrameMkLst>
        </pc:graphicFrameChg>
        <pc:graphicFrameChg chg="add del">
          <ac:chgData name="Shuva Mukhopadhyay" userId="c9bcf94a79d2420e" providerId="LiveId" clId="{E7B30D24-FBCF-4C93-862A-5490E7E0778D}" dt="2025-11-21T20:30:13.278" v="2424" actId="26606"/>
          <ac:graphicFrameMkLst>
            <pc:docMk/>
            <pc:sldMk cId="2726946580" sldId="2593"/>
            <ac:graphicFrameMk id="11" creationId="{BFC37AEB-FDF8-18F9-ABD3-B5FD52E637ED}"/>
          </ac:graphicFrameMkLst>
        </pc:graphicFrameChg>
        <pc:graphicFrameChg chg="add del">
          <ac:chgData name="Shuva Mukhopadhyay" userId="c9bcf94a79d2420e" providerId="LiveId" clId="{E7B30D24-FBCF-4C93-862A-5490E7E0778D}" dt="2025-11-21T20:30:19.154" v="2426" actId="26606"/>
          <ac:graphicFrameMkLst>
            <pc:docMk/>
            <pc:sldMk cId="2726946580" sldId="2593"/>
            <ac:graphicFrameMk id="13" creationId="{29123821-E705-CB9D-D99E-40C300478761}"/>
          </ac:graphicFrameMkLst>
        </pc:graphicFrameChg>
        <pc:picChg chg="add mod">
          <ac:chgData name="Shuva Mukhopadhyay" userId="c9bcf94a79d2420e" providerId="LiveId" clId="{E7B30D24-FBCF-4C93-862A-5490E7E0778D}" dt="2025-11-21T20:35:42.433" v="2492" actId="1076"/>
          <ac:picMkLst>
            <pc:docMk/>
            <pc:sldMk cId="2726946580" sldId="2593"/>
            <ac:picMk id="8" creationId="{DBAE0625-FC6B-DAFB-5CE1-9135ECF83242}"/>
          </ac:picMkLst>
        </pc:picChg>
      </pc:sldChg>
      <pc:sldMasterChg chg="delSldLayout">
        <pc:chgData name="Shuva Mukhopadhyay" userId="c9bcf94a79d2420e" providerId="LiveId" clId="{E7B30D24-FBCF-4C93-862A-5490E7E0778D}" dt="2025-11-21T21:20:05.475" v="3065" actId="2696"/>
        <pc:sldMasterMkLst>
          <pc:docMk/>
          <pc:sldMasterMk cId="1559501754" sldId="2147483779"/>
        </pc:sldMasterMkLst>
        <pc:sldLayoutChg chg="del">
          <pc:chgData name="Shuva Mukhopadhyay" userId="c9bcf94a79d2420e" providerId="LiveId" clId="{E7B30D24-FBCF-4C93-862A-5490E7E0778D}" dt="2025-11-21T21:20:05.475" v="3065" actId="2696"/>
          <pc:sldLayoutMkLst>
            <pc:docMk/>
            <pc:sldMasterMk cId="1559501754" sldId="2147483779"/>
            <pc:sldLayoutMk cId="451658875" sldId="2147483792"/>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1022F96-01B8-4B9B-A8A4-0B25A3956949}" type="datetimeFigureOut">
              <a:rPr lang="en-US" smtClean="0"/>
              <a:t>11/21/2025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2452701-6790-4E95-B504-2A2D0AED2B0E}" type="slidenum">
              <a:rPr lang="en-US" smtClean="0"/>
              <a:t>‹#›</a:t>
            </a:fld>
            <a:endParaRPr lang="en-US"/>
          </a:p>
        </p:txBody>
      </p:sp>
    </p:spTree>
    <p:extLst>
      <p:ext uri="{BB962C8B-B14F-4D97-AF65-F5344CB8AC3E}">
        <p14:creationId xmlns:p14="http://schemas.microsoft.com/office/powerpoint/2010/main" val="29290685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AI-generated content may be incorrect.
---
This presentation provides a comprehensive update on the current status of the project, highlighting progress made, resources required, and planned next steps to ensure continued success.
</a:t>
            </a:r>
          </a:p>
        </p:txBody>
      </p:sp>
      <p:sp>
        <p:nvSpPr>
          <p:cNvPr id="4" name="Slide Number Placeholder 3"/>
          <p:cNvSpPr>
            <a:spLocks noGrp="1"/>
          </p:cNvSpPr>
          <p:nvPr>
            <p:ph type="sldNum" sz="quarter" idx="5"/>
          </p:nvPr>
        </p:nvSpPr>
        <p:spPr/>
        <p:txBody>
          <a:bodyPr/>
          <a:lstStyle/>
          <a:p>
            <a:fld id="{238E595A-2658-4ED3-9D85-49EFED530002}" type="slidenum">
              <a:rPr lang="en-US" smtClean="0"/>
              <a:t>1</a:t>
            </a:fld>
            <a:endParaRPr lang="en-US"/>
          </a:p>
        </p:txBody>
      </p:sp>
    </p:spTree>
    <p:extLst>
      <p:ext uri="{BB962C8B-B14F-4D97-AF65-F5344CB8AC3E}">
        <p14:creationId xmlns:p14="http://schemas.microsoft.com/office/powerpoint/2010/main" val="113088128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BE7405-A664-007D-23AE-5381D113D67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FBE6094-108A-979B-9E34-19A57E7888F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3A232A7-B02C-FC03-8A6B-CFB4730BCC2A}"/>
              </a:ext>
            </a:extLst>
          </p:cNvPr>
          <p:cNvSpPr>
            <a:spLocks noGrp="1"/>
          </p:cNvSpPr>
          <p:nvPr>
            <p:ph type="body" idx="1"/>
          </p:nvPr>
        </p:nvSpPr>
        <p:spPr/>
        <p:txBody>
          <a:bodyPr/>
          <a:lstStyle/>
          <a:p>
            <a:r>
              <a:rPr lang="en-US" sz="1200" b="0" i="0" kern="1200" dirty="0">
                <a:solidFill>
                  <a:schemeClr val="tx1"/>
                </a:solidFill>
                <a:effectLst/>
                <a:latin typeface="+mn-lt"/>
                <a:ea typeface="+mn-ea"/>
                <a:cs typeface="+mn-cs"/>
              </a:rPr>
              <a:t>System Performance &amp; Capabilities:</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Built a production-grade TCO automation system capable of handling over 10,000 documents per day with exceptional accuracy across multiple vendor formats and document types.</a:t>
            </a:r>
          </a:p>
          <a:p>
            <a:r>
              <a:rPr lang="en-US" sz="1200" b="0" i="0" kern="1200" dirty="0">
                <a:solidFill>
                  <a:schemeClr val="tx1"/>
                </a:solidFill>
                <a:effectLst/>
                <a:latin typeface="+mn-lt"/>
                <a:ea typeface="+mn-ea"/>
                <a:cs typeface="+mn-cs"/>
              </a:rPr>
              <a:t>Pipeline Performance:</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The system achieves document throughput of 10,000+ vendor proposals per day with approximately 2-second processing time per page. The hybrid extraction approach strategically combines rule-based methods (60% of cases using regex, </a:t>
            </a:r>
            <a:r>
              <a:rPr lang="en-US" sz="1200" b="0" i="0" kern="1200" dirty="0" err="1">
                <a:solidFill>
                  <a:schemeClr val="tx1"/>
                </a:solidFill>
                <a:effectLst/>
                <a:latin typeface="+mn-lt"/>
                <a:ea typeface="+mn-ea"/>
                <a:cs typeface="+mn-cs"/>
              </a:rPr>
              <a:t>spaCy</a:t>
            </a:r>
            <a:r>
              <a:rPr lang="en-US" sz="1200" b="0" i="0" kern="1200" dirty="0">
                <a:solidFill>
                  <a:schemeClr val="tx1"/>
                </a:solidFill>
                <a:effectLst/>
                <a:latin typeface="+mn-lt"/>
                <a:ea typeface="+mn-ea"/>
                <a:cs typeface="+mn-cs"/>
              </a:rPr>
              <a:t> NER, and heuristics) with LLM-based extraction (40% of cases using Claude 3.5 with few-shot prompts) to optimize both speed and accuracy. Intelligent routing provides automated mapping decisions with a complete provenance trail for audit and compliance purposes.</a:t>
            </a:r>
          </a:p>
          <a:p>
            <a:r>
              <a:rPr lang="en-US" sz="1200" b="0" i="0" kern="1200" dirty="0">
                <a:solidFill>
                  <a:schemeClr val="tx1"/>
                </a:solidFill>
                <a:effectLst/>
                <a:latin typeface="+mn-lt"/>
                <a:ea typeface="+mn-ea"/>
                <a:cs typeface="+mn-cs"/>
              </a:rPr>
              <a:t>Multi-Vendor Format Support:</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The system successfully processes diverse vendor formats including AWS PDF pricing sheets and JSON quote structures, Salesforce DOCX proposals and Excel TCO templates, Oracle's complex tables with multi-tier pricing structures, and custom vendor formats including scanned images and handwritten annotations (achieving 60% extraction rate even on these challenging formats).</a:t>
            </a:r>
          </a:p>
          <a:p>
            <a:r>
              <a:rPr lang="en-US" sz="1200" b="0" i="0" kern="1200" dirty="0">
                <a:solidFill>
                  <a:schemeClr val="tx1"/>
                </a:solidFill>
                <a:effectLst/>
                <a:latin typeface="+mn-lt"/>
                <a:ea typeface="+mn-ea"/>
                <a:cs typeface="+mn-cs"/>
              </a:rPr>
              <a:t>Extraction Success Rates by Document Type:</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Performance varies by document structure. Tables achieve 95% accuracy—the highest success rate on structured pricing grids. Structured documents achieve 90% accuracy on standard proposal formats. Semi-structured documents achieve 85% accuracy on mixed text and table formats. Unstructured text achieves 70% accuracy on narrative-heavy proposals. Scanned or handwritten documents achieve 60% accuracy, which is OCR-dependent.</a:t>
            </a:r>
          </a:p>
          <a:p>
            <a:r>
              <a:rPr lang="en-US" sz="1200" b="0" i="0" kern="1200" dirty="0">
                <a:solidFill>
                  <a:schemeClr val="tx1"/>
                </a:solidFill>
                <a:effectLst/>
                <a:latin typeface="+mn-lt"/>
                <a:ea typeface="+mn-ea"/>
                <a:cs typeface="+mn-cs"/>
              </a:rPr>
              <a:t>TCO Model Integration:</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The system includes a complete 5-year projection model with automated population of year 0-4 calculations. Escalation logic applies a 2% default annual increase with customizable parameters. FX rate handling provides real-time currency conversion for multi-currency proposals. Financial metrics include embedded NPV and IRR calculations for investment analysis.</a:t>
            </a:r>
          </a:p>
          <a:p>
            <a:r>
              <a:rPr lang="en-US" sz="1200" b="0" i="0" kern="1200" dirty="0">
                <a:solidFill>
                  <a:schemeClr val="tx1"/>
                </a:solidFill>
                <a:effectLst/>
                <a:latin typeface="+mn-lt"/>
                <a:ea typeface="+mn-ea"/>
                <a:cs typeface="+mn-cs"/>
              </a:rPr>
              <a:t>Quality Metrics:</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The system demonstrates 95% precision, meaning extracted data matches manual review 95% of the time. Recall stands at 85%, capturing the vast majority of fee types. TCO variance is less than 3% difference from manual ingestion baseline. Most importantly, processing time has been reduced from 20-40 hours of manual effort per proposal to just minutes of automated processing</a:t>
            </a:r>
          </a:p>
        </p:txBody>
      </p:sp>
      <p:sp>
        <p:nvSpPr>
          <p:cNvPr id="4" name="Slide Number Placeholder 3">
            <a:extLst>
              <a:ext uri="{FF2B5EF4-FFF2-40B4-BE49-F238E27FC236}">
                <a16:creationId xmlns:a16="http://schemas.microsoft.com/office/drawing/2014/main" id="{D8C2198A-7F35-A42A-C71D-D511B6C9A883}"/>
              </a:ext>
            </a:extLst>
          </p:cNvPr>
          <p:cNvSpPr>
            <a:spLocks noGrp="1"/>
          </p:cNvSpPr>
          <p:nvPr>
            <p:ph type="sldNum" sz="quarter" idx="5"/>
          </p:nvPr>
        </p:nvSpPr>
        <p:spPr/>
        <p:txBody>
          <a:bodyPr/>
          <a:lstStyle/>
          <a:p>
            <a:fld id="{238E595A-2658-4ED3-9D85-49EFED530002}" type="slidenum">
              <a:rPr lang="en-US" smtClean="0"/>
              <a:t>3</a:t>
            </a:fld>
            <a:endParaRPr lang="en-US"/>
          </a:p>
        </p:txBody>
      </p:sp>
    </p:spTree>
    <p:extLst>
      <p:ext uri="{BB962C8B-B14F-4D97-AF65-F5344CB8AC3E}">
        <p14:creationId xmlns:p14="http://schemas.microsoft.com/office/powerpoint/2010/main" val="59673796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535A68-717D-E555-010A-64F096F6C84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468F171-DB52-86FA-C5F9-126A47301D9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78CC0E4-E6E9-2D8A-DEA3-CFA84CE184C3}"/>
              </a:ext>
            </a:extLst>
          </p:cNvPr>
          <p:cNvSpPr>
            <a:spLocks noGrp="1"/>
          </p:cNvSpPr>
          <p:nvPr>
            <p:ph type="body" idx="1"/>
          </p:nvPr>
        </p:nvSpPr>
        <p:spPr/>
        <p:txBody>
          <a:bodyPr/>
          <a:lstStyle/>
          <a:p>
            <a:r>
              <a:rPr lang="en-US" sz="1200" b="0" i="0" kern="1200" dirty="0">
                <a:solidFill>
                  <a:schemeClr val="tx1"/>
                </a:solidFill>
                <a:effectLst/>
                <a:latin typeface="+mn-lt"/>
                <a:ea typeface="+mn-ea"/>
                <a:cs typeface="+mn-cs"/>
              </a:rPr>
              <a:t>Overview:</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AI-powered document intelligence system that transforms unstructured vendor proposals into standardized 5-year TCO comparisons—eliminating manual data entry and human error.</a:t>
            </a:r>
          </a:p>
          <a:p>
            <a:r>
              <a:rPr lang="en-US" sz="1200" b="0" i="0" kern="1200" dirty="0">
                <a:solidFill>
                  <a:schemeClr val="tx1"/>
                </a:solidFill>
                <a:effectLst/>
                <a:latin typeface="+mn-lt"/>
                <a:ea typeface="+mn-ea"/>
                <a:cs typeface="+mn-cs"/>
              </a:rPr>
              <a:t>Document Ingestion Layer - Multi-Format Processing:</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The system accepts vendor proposals in any format including PDF, DOCX, XLSX, and images. A format converter normalizes all documents to a consistent structure using </a:t>
            </a:r>
            <a:r>
              <a:rPr lang="en-US" sz="1200" b="0" i="0" kern="1200" dirty="0" err="1">
                <a:solidFill>
                  <a:schemeClr val="tx1"/>
                </a:solidFill>
                <a:effectLst/>
                <a:latin typeface="+mn-lt"/>
                <a:ea typeface="+mn-ea"/>
                <a:cs typeface="+mn-cs"/>
              </a:rPr>
              <a:t>PyMuPDF</a:t>
            </a:r>
            <a:r>
              <a:rPr lang="en-US" sz="1200" b="0" i="0" kern="1200" dirty="0">
                <a:solidFill>
                  <a:schemeClr val="tx1"/>
                </a:solidFill>
                <a:effectLst/>
                <a:latin typeface="+mn-lt"/>
                <a:ea typeface="+mn-ea"/>
                <a:cs typeface="+mn-cs"/>
              </a:rPr>
              <a:t> and python-docx libraries. The hybrid extraction engine strategically combines rule-based approaches (60% of cases) with LLM-based methods (40% of cases) to maximize accuracy and efficiency.</a:t>
            </a:r>
          </a:p>
          <a:p>
            <a:r>
              <a:rPr lang="en-US" sz="1200" b="0" i="0" kern="1200" dirty="0">
                <a:solidFill>
                  <a:schemeClr val="tx1"/>
                </a:solidFill>
                <a:effectLst/>
                <a:latin typeface="+mn-lt"/>
                <a:ea typeface="+mn-ea"/>
                <a:cs typeface="+mn-cs"/>
              </a:rPr>
              <a:t>Intelligent Extraction Engine - Dual-Method Approach:</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Rule-based extraction handles 60% of cases using regex patterns and Named Entity Recognition (NER) heuristics to identify common fee structures such as monthly fees, per-transaction charges, tiered pricing, and one-time setup costs. LLM-based extraction using Claude 3.5 with fine-tuned prompts handles the remaining 40% of cases, particularly complex vendor-specific language and edge cases. The OCR engine combines Tesseract v5 and AWS </a:t>
            </a:r>
            <a:r>
              <a:rPr lang="en-US" sz="1200" b="0" i="0" kern="1200" dirty="0" err="1">
                <a:solidFill>
                  <a:schemeClr val="tx1"/>
                </a:solidFill>
                <a:effectLst/>
                <a:latin typeface="+mn-lt"/>
                <a:ea typeface="+mn-ea"/>
                <a:cs typeface="+mn-cs"/>
              </a:rPr>
              <a:t>Textract</a:t>
            </a:r>
            <a:r>
              <a:rPr lang="en-US" sz="1200" b="0" i="0" kern="1200" dirty="0">
                <a:solidFill>
                  <a:schemeClr val="tx1"/>
                </a:solidFill>
                <a:effectLst/>
                <a:latin typeface="+mn-lt"/>
                <a:ea typeface="+mn-ea"/>
                <a:cs typeface="+mn-cs"/>
              </a:rPr>
              <a:t> for scanned documents, achieving 95% character-level accuracy.</a:t>
            </a:r>
          </a:p>
          <a:p>
            <a:r>
              <a:rPr lang="en-US" sz="1200" b="0" i="0" kern="1200" dirty="0">
                <a:solidFill>
                  <a:schemeClr val="tx1"/>
                </a:solidFill>
                <a:effectLst/>
                <a:latin typeface="+mn-lt"/>
                <a:ea typeface="+mn-ea"/>
                <a:cs typeface="+mn-cs"/>
              </a:rPr>
              <a:t>Schema Mapping &amp; Validation - Standardization Layer:</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The JSON Schema Validator enforces a canonical pricing structure across all vendors, ensuring consistency. The YAML Excel Mapper automatically populates the Echelon TCO template with extracted data. A confidence scoring mechanism flags low-confidence extractions (confidence score below 0.85) for manual review, ensuring quality control while minimizing unnecessary human intervention.</a:t>
            </a:r>
          </a:p>
          <a:p>
            <a:r>
              <a:rPr lang="en-US" sz="1200" b="0" i="0" kern="1200" dirty="0">
                <a:solidFill>
                  <a:schemeClr val="tx1"/>
                </a:solidFill>
                <a:effectLst/>
                <a:latin typeface="+mn-lt"/>
                <a:ea typeface="+mn-ea"/>
                <a:cs typeface="+mn-cs"/>
              </a:rPr>
              <a:t>TCO Model Integration - Three Output Paths:</a:t>
            </a:r>
          </a:p>
          <a:p>
            <a:r>
              <a:rPr lang="en-US" sz="1200" b="0" i="0" kern="1200" dirty="0">
                <a:solidFill>
                  <a:schemeClr val="tx1"/>
                </a:solidFill>
                <a:effectLst/>
                <a:latin typeface="+mn-lt"/>
                <a:ea typeface="+mn-ea"/>
                <a:cs typeface="+mn-cs"/>
              </a:rPr>
              <a:t>The system generates three distinct output formats to serve different stakeholder needs. First, a canonical JSON output provides structured, schema-validated pricing data used for downstream analytics and business intelligence. Second, the TCO Excel Model output automatically populates the Echelon 5-year projection template, which is the primary deliverable presented to banking clients during vendor selection. Third, the Manual Review Queue routes low-confidence extractions (those with confidence scores below 0.85) to a React UI dashboard where analysts can validate and correct uncertain extractions before they populate the final TCO model.</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Audit &amp; Provenance - Complete Traceability:</a:t>
            </a:r>
          </a:p>
          <a:p>
            <a:r>
              <a:rPr lang="en-US" sz="1200" b="0" i="0" kern="1200" dirty="0">
                <a:solidFill>
                  <a:schemeClr val="tx1"/>
                </a:solidFill>
                <a:effectLst/>
                <a:latin typeface="+mn-lt"/>
                <a:ea typeface="+mn-ea"/>
                <a:cs typeface="+mn-cs"/>
              </a:rPr>
              <a:t>The system maintains comprehensive audit trails through a Provenance JSONL file that tracks the source coordinates, confidence scores, and raw extraction snippets for every single data point extracted from vendor proposals. This granular traceability enables three critical capabilities: internal auditing to verify extraction accuracy, continuous quality improvement by identifying patterns in extraction failures, and regulatory compliance by providing full documentation of how pricing data was captured and transformed.</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Performance Metrics:</a:t>
            </a:r>
          </a:p>
          <a:p>
            <a:r>
              <a:rPr lang="en-US" sz="1200" b="0" i="0" kern="1200" dirty="0">
                <a:solidFill>
                  <a:schemeClr val="tx1"/>
                </a:solidFill>
                <a:effectLst/>
                <a:latin typeface="+mn-lt"/>
                <a:ea typeface="+mn-ea"/>
                <a:cs typeface="+mn-cs"/>
              </a:rPr>
              <a:t>The system achieves 95% precision, meaning that 95% of extracted data points are accurate when compared to manual validation. Recall stands at 85%, indicating the system successfully captures 85% of all fee types present in vendor proposals. TCO variance is less than 3%, meaning the final automated TCO calculations differ by less than 3% from manually ingested TCO models. Most importantly, processing time has been reduced from 20-40 hours of manual effort per proposal down to just minutes of automated processing.</a:t>
            </a:r>
          </a:p>
          <a:p>
            <a:br>
              <a:rPr lang="en-US" dirty="0"/>
            </a:br>
            <a:endParaRPr lang="en-US" dirty="0"/>
          </a:p>
          <a:p>
            <a:endParaRPr lang="en-US" sz="1200" b="0" i="0"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A584C3E3-F20D-C4EF-3DA2-2B62DDBC0C26}"/>
              </a:ext>
            </a:extLst>
          </p:cNvPr>
          <p:cNvSpPr>
            <a:spLocks noGrp="1"/>
          </p:cNvSpPr>
          <p:nvPr>
            <p:ph type="sldNum" sz="quarter" idx="5"/>
          </p:nvPr>
        </p:nvSpPr>
        <p:spPr/>
        <p:txBody>
          <a:bodyPr/>
          <a:lstStyle/>
          <a:p>
            <a:fld id="{238E595A-2658-4ED3-9D85-49EFED530002}" type="slidenum">
              <a:rPr lang="en-US" smtClean="0"/>
              <a:t>4</a:t>
            </a:fld>
            <a:endParaRPr lang="en-US"/>
          </a:p>
        </p:txBody>
      </p:sp>
    </p:spTree>
    <p:extLst>
      <p:ext uri="{BB962C8B-B14F-4D97-AF65-F5344CB8AC3E}">
        <p14:creationId xmlns:p14="http://schemas.microsoft.com/office/powerpoint/2010/main" val="350420671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77B929-C521-85B9-D499-2D91287C62A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0FAF033-A847-7114-48D9-9B62D40068D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6927AF4-E217-7A52-ED3B-1D6C74BA1C09}"/>
              </a:ext>
            </a:extLst>
          </p:cNvPr>
          <p:cNvSpPr>
            <a:spLocks noGrp="1"/>
          </p:cNvSpPr>
          <p:nvPr>
            <p:ph type="body" idx="1"/>
          </p:nvPr>
        </p:nvSpPr>
        <p:spPr/>
        <p:txBody>
          <a:bodyPr/>
          <a:lstStyle/>
          <a:p>
            <a:r>
              <a:rPr lang="en-US" sz="1200" b="0" i="0" kern="1200" dirty="0">
                <a:solidFill>
                  <a:schemeClr val="tx1"/>
                </a:solidFill>
                <a:effectLst/>
                <a:latin typeface="+mn-lt"/>
                <a:ea typeface="+mn-ea"/>
                <a:cs typeface="+mn-cs"/>
              </a:rPr>
              <a:t>Screenshots provide clear visual evidence of working code and functional outputs. </a:t>
            </a:r>
          </a:p>
          <a:p>
            <a:r>
              <a:rPr lang="en-US" sz="1200" b="0" i="0" kern="1200" dirty="0">
                <a:solidFill>
                  <a:schemeClr val="tx1"/>
                </a:solidFill>
                <a:effectLst/>
                <a:latin typeface="+mn-lt"/>
                <a:ea typeface="+mn-ea"/>
                <a:cs typeface="+mn-cs"/>
              </a:rPr>
              <a:t>The top portion shows the active development environment with Python extraction scripts for both FIS and Jack Henry proposals. </a:t>
            </a:r>
          </a:p>
          <a:p>
            <a:r>
              <a:rPr lang="en-US" sz="1200" b="0" i="0" kern="1200" dirty="0">
                <a:solidFill>
                  <a:schemeClr val="tx1"/>
                </a:solidFill>
                <a:effectLst/>
                <a:latin typeface="+mn-lt"/>
                <a:ea typeface="+mn-ea"/>
                <a:cs typeface="+mn-cs"/>
              </a:rPr>
              <a:t>The code demonstrates real implementation—not theoretical—with actual extraction logic, data structures, and vendor-specific parsers. </a:t>
            </a:r>
          </a:p>
          <a:p>
            <a:r>
              <a:rPr lang="en-US" sz="1200" b="0" i="0" kern="1200" dirty="0">
                <a:solidFill>
                  <a:schemeClr val="tx1"/>
                </a:solidFill>
                <a:effectLst/>
                <a:latin typeface="+mn-lt"/>
                <a:ea typeface="+mn-ea"/>
                <a:cs typeface="+mn-cs"/>
              </a:rPr>
              <a:t>The bottom portion displays tangible outputs: actual TCO comparison tables generated from the extraction pipeline. </a:t>
            </a:r>
          </a:p>
          <a:p>
            <a:r>
              <a:rPr lang="en-US" sz="1200" b="0" i="0" kern="1200" dirty="0">
                <a:solidFill>
                  <a:schemeClr val="tx1"/>
                </a:solidFill>
                <a:effectLst/>
                <a:latin typeface="+mn-lt"/>
                <a:ea typeface="+mn-ea"/>
                <a:cs typeface="+mn-cs"/>
              </a:rPr>
              <a:t>The FIS sheet shows $7.3M in bundle products while Jack Henry shows $3.9M, with detailed breakdowns of monthly fees, annual products, and implementation costs. </a:t>
            </a:r>
          </a:p>
          <a:p>
            <a:r>
              <a:rPr lang="en-US" sz="1200" b="0" i="0" kern="1200" dirty="0">
                <a:solidFill>
                  <a:schemeClr val="tx1"/>
                </a:solidFill>
                <a:effectLst/>
                <a:latin typeface="+mn-lt"/>
                <a:ea typeface="+mn-ea"/>
                <a:cs typeface="+mn-cs"/>
              </a:rPr>
              <a:t>This demonstrates the system works end-to-end, transforming unstructured vendor proposals into structured, comparable TCO models that consultants can immediately use with clients.</a:t>
            </a:r>
          </a:p>
        </p:txBody>
      </p:sp>
      <p:sp>
        <p:nvSpPr>
          <p:cNvPr id="4" name="Slide Number Placeholder 3">
            <a:extLst>
              <a:ext uri="{FF2B5EF4-FFF2-40B4-BE49-F238E27FC236}">
                <a16:creationId xmlns:a16="http://schemas.microsoft.com/office/drawing/2014/main" id="{BF1A0C2E-9D16-D146-CF69-6B663069D179}"/>
              </a:ext>
            </a:extLst>
          </p:cNvPr>
          <p:cNvSpPr>
            <a:spLocks noGrp="1"/>
          </p:cNvSpPr>
          <p:nvPr>
            <p:ph type="sldNum" sz="quarter" idx="5"/>
          </p:nvPr>
        </p:nvSpPr>
        <p:spPr/>
        <p:txBody>
          <a:bodyPr/>
          <a:lstStyle/>
          <a:p>
            <a:fld id="{238E595A-2658-4ED3-9D85-49EFED530002}" type="slidenum">
              <a:rPr lang="en-US" smtClean="0"/>
              <a:t>5</a:t>
            </a:fld>
            <a:endParaRPr lang="en-US"/>
          </a:p>
        </p:txBody>
      </p:sp>
    </p:spTree>
    <p:extLst>
      <p:ext uri="{BB962C8B-B14F-4D97-AF65-F5344CB8AC3E}">
        <p14:creationId xmlns:p14="http://schemas.microsoft.com/office/powerpoint/2010/main" val="336014578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Comprehensive Technical Implementation Overview</a:t>
            </a:r>
          </a:p>
          <a:p>
            <a:r>
              <a:rPr lang="en-US" sz="1200" b="0" i="0" kern="1200" dirty="0">
                <a:solidFill>
                  <a:schemeClr val="tx1"/>
                </a:solidFill>
                <a:effectLst/>
                <a:latin typeface="+mn-lt"/>
                <a:ea typeface="+mn-ea"/>
                <a:cs typeface="+mn-cs"/>
              </a:rPr>
              <a:t>This slide presents the complete technical architecture spanning three interconnected systems: the TCO automation system performance, the core ML pipeline, and the underlying NLP processing framework.</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System Performance &amp; Capabilities:</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I built a production-grade TCO automation system capable of handling over 10,000 documents per day with exceptional accuracy across multiple vendor formats. The system achieves approximately 2-second processing time per page through a hybrid extraction approach that strategically combines rule-based methods (60% using regex, </a:t>
            </a:r>
            <a:r>
              <a:rPr lang="en-US" sz="1200" b="0" i="0" kern="1200" dirty="0" err="1">
                <a:solidFill>
                  <a:schemeClr val="tx1"/>
                </a:solidFill>
                <a:effectLst/>
                <a:latin typeface="+mn-lt"/>
                <a:ea typeface="+mn-ea"/>
                <a:cs typeface="+mn-cs"/>
              </a:rPr>
              <a:t>spaCy</a:t>
            </a:r>
            <a:r>
              <a:rPr lang="en-US" sz="1200" b="0" i="0" kern="1200" dirty="0">
                <a:solidFill>
                  <a:schemeClr val="tx1"/>
                </a:solidFill>
                <a:effectLst/>
                <a:latin typeface="+mn-lt"/>
                <a:ea typeface="+mn-ea"/>
                <a:cs typeface="+mn-cs"/>
              </a:rPr>
              <a:t> NER, and heuristics) with LLM-based extraction (40% using Claude 3.5 with few-shot prompts). This dual approach optimizes both speed and accuracy while providing intelligent routing with complete provenance trails for audit and compliance.</a:t>
            </a:r>
          </a:p>
          <a:p>
            <a:r>
              <a:rPr lang="en-US" sz="1200" b="0" i="0" kern="1200" dirty="0">
                <a:solidFill>
                  <a:schemeClr val="tx1"/>
                </a:solidFill>
                <a:effectLst/>
                <a:latin typeface="+mn-lt"/>
                <a:ea typeface="+mn-ea"/>
                <a:cs typeface="+mn-cs"/>
              </a:rPr>
              <a:t>The system successfully processes diverse vendor formats including AWS PDF pricing sheets and JSON structures, Salesforce DOCX proposals and Excel templates, Oracle's complex multi-tier pricing tables, and even custom vendor formats with scanned images and handwritten annotations. Performance varies by document structure: tables achieve 95% accuracy, structured documents 90%, semi-structured 85%, unstructured text 70%, and scanned/handwritten documents 60% (OCR-dependent). The complete 5-year TCO model integration includes automated year 0-4 calculations, 2% default escalation logic with customizable parameters, real-time FX conversion, and embedded NPV/IRR financial metrics.</a:t>
            </a:r>
          </a:p>
          <a:p>
            <a:r>
              <a:rPr lang="en-US" sz="1200" b="0" i="0" kern="1200" dirty="0">
                <a:solidFill>
                  <a:schemeClr val="tx1"/>
                </a:solidFill>
                <a:effectLst/>
                <a:latin typeface="+mn-lt"/>
                <a:ea typeface="+mn-ea"/>
                <a:cs typeface="+mn-cs"/>
              </a:rPr>
              <a:t>Quality metrics validate production readiness: 95% precision (extracted data matches manual review), 85% recall (captures vast majority of fees), less than 3% TCO variance from manual baseline, and most critically, processing time reduced from 20-40 hours of manual effort per proposal to just minutes of automated processing.</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ML Pipeline Architecture:</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The core machine learning pipeline demonstrates a clean, feedback-driven approach to transforming unstructured vendor proposals into structured TCO models. Document ingestion accepts PDFs, Word documents, and Excel spreadsheets, flowing into data preprocessing that normalizes content. Tokenization and parsing break down text into analyzable components, identifying structural elements like tables, fee descriptions, and pricing tiers. Data storage maintains extracted information before final transformation into the TCO Excel Model—the ultimate deliverable consultants use with banking clients. A critical feedback loop from structured output back to document ingestion creates a continuously improving system that learns from successful extractions.</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NLP Foundation:</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The underlying NLP text processing pipeline uses modern Python ML frameworks (NLTK, </a:t>
            </a:r>
            <a:r>
              <a:rPr lang="en-US" sz="1200" b="0" i="0" kern="1200" dirty="0" err="1">
                <a:solidFill>
                  <a:schemeClr val="tx1"/>
                </a:solidFill>
                <a:effectLst/>
                <a:latin typeface="+mn-lt"/>
                <a:ea typeface="+mn-ea"/>
                <a:cs typeface="+mn-cs"/>
              </a:rPr>
              <a:t>SpaCy</a:t>
            </a:r>
            <a:r>
              <a:rPr lang="en-US" sz="1200" b="0" i="0" kern="1200" dirty="0">
                <a:solidFill>
                  <a:schemeClr val="tx1"/>
                </a:solidFill>
                <a:effectLst/>
                <a:latin typeface="+mn-lt"/>
                <a:ea typeface="+mn-ea"/>
                <a:cs typeface="+mn-cs"/>
              </a:rPr>
              <a:t>, TensorFlow, </a:t>
            </a:r>
            <a:r>
              <a:rPr lang="en-US" sz="1200" b="0" i="0" kern="1200" dirty="0" err="1">
                <a:solidFill>
                  <a:schemeClr val="tx1"/>
                </a:solidFill>
                <a:effectLst/>
                <a:latin typeface="+mn-lt"/>
                <a:ea typeface="+mn-ea"/>
                <a:cs typeface="+mn-cs"/>
              </a:rPr>
              <a:t>PyTorch</a:t>
            </a:r>
            <a:r>
              <a:rPr lang="en-US" sz="1200" b="0" i="0" kern="1200" dirty="0">
                <a:solidFill>
                  <a:schemeClr val="tx1"/>
                </a:solidFill>
                <a:effectLst/>
                <a:latin typeface="+mn-lt"/>
                <a:ea typeface="+mn-ea"/>
                <a:cs typeface="+mn-cs"/>
              </a:rPr>
              <a:t>) to analyze unstructured text documents. The multi-stage process includes data collection, text preprocessing with de-lacing, tokenization, stop-word removal, vectorization into numerical representations, and NLP model application. Comprehensive logging records evaluations and outputs for continuous performance tracking and improvement. This modular, production-ready architecture supports multiple NLP tasks including sentiment analysis, document classification, and entity extraction, providing the foundation for the TCO extraction system's text understanding capabilities.</a:t>
            </a:r>
          </a:p>
          <a:p>
            <a:endParaRPr lang="en-US" dirty="0"/>
          </a:p>
        </p:txBody>
      </p:sp>
      <p:sp>
        <p:nvSpPr>
          <p:cNvPr id="4" name="Slide Number Placeholder 3"/>
          <p:cNvSpPr>
            <a:spLocks noGrp="1"/>
          </p:cNvSpPr>
          <p:nvPr>
            <p:ph type="sldNum" sz="quarter" idx="5"/>
          </p:nvPr>
        </p:nvSpPr>
        <p:spPr/>
        <p:txBody>
          <a:bodyPr/>
          <a:lstStyle/>
          <a:p>
            <a:fld id="{C2452701-6790-4E95-B504-2A2D0AED2B0E}" type="slidenum">
              <a:rPr lang="en-US" smtClean="0"/>
              <a:t>6</a:t>
            </a:fld>
            <a:endParaRPr lang="en-US"/>
          </a:p>
        </p:txBody>
      </p:sp>
    </p:spTree>
    <p:extLst>
      <p:ext uri="{BB962C8B-B14F-4D97-AF65-F5344CB8AC3E}">
        <p14:creationId xmlns:p14="http://schemas.microsoft.com/office/powerpoint/2010/main" val="2480671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F524559F-E25F-4BFD-B105-F5888A530F20}" type="datetime1">
              <a:rPr lang="en-US" smtClean="0"/>
              <a:t>11/21/2025</a:t>
            </a:fld>
            <a:endParaRPr lang="en-US"/>
          </a:p>
        </p:txBody>
      </p:sp>
      <p:sp>
        <p:nvSpPr>
          <p:cNvPr id="5" name="Footer Placeholder 4"/>
          <p:cNvSpPr>
            <a:spLocks noGrp="1"/>
          </p:cNvSpPr>
          <p:nvPr>
            <p:ph type="ftr" sz="quarter" idx="11"/>
          </p:nvPr>
        </p:nvSpPr>
        <p:spPr/>
        <p:txBody>
          <a:bodyPr/>
          <a:lstStyle/>
          <a:p>
            <a:r>
              <a:rPr lang="en-US"/>
              <a:t>Presented to: Arriba Advisors Prepared by: Shuva Mukhopadhyay</a:t>
            </a:r>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296739234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6A243F3-5B2C-4749-9933-155F416000AC}" type="datetime1">
              <a:rPr lang="en-US" smtClean="0"/>
              <a:t>11/21/2025</a:t>
            </a:fld>
            <a:endParaRPr lang="en-US"/>
          </a:p>
        </p:txBody>
      </p:sp>
      <p:sp>
        <p:nvSpPr>
          <p:cNvPr id="5" name="Footer Placeholder 4"/>
          <p:cNvSpPr>
            <a:spLocks noGrp="1"/>
          </p:cNvSpPr>
          <p:nvPr>
            <p:ph type="ftr" sz="quarter" idx="11"/>
          </p:nvPr>
        </p:nvSpPr>
        <p:spPr/>
        <p:txBody>
          <a:bodyPr/>
          <a:lstStyle/>
          <a:p>
            <a:r>
              <a:rPr lang="en-US"/>
              <a:t>Presented to: Arriba Advisors Prepared by: Shuva Mukhopadhyay</a:t>
            </a:r>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32139964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2D7D5D-E06A-4BDF-AF98-CBAEC5874F58}" type="datetime1">
              <a:rPr lang="en-US" smtClean="0"/>
              <a:t>11/21/2025</a:t>
            </a:fld>
            <a:endParaRPr lang="en-US"/>
          </a:p>
        </p:txBody>
      </p:sp>
      <p:sp>
        <p:nvSpPr>
          <p:cNvPr id="5" name="Footer Placeholder 4"/>
          <p:cNvSpPr>
            <a:spLocks noGrp="1"/>
          </p:cNvSpPr>
          <p:nvPr>
            <p:ph type="ftr" sz="quarter" idx="11"/>
          </p:nvPr>
        </p:nvSpPr>
        <p:spPr/>
        <p:txBody>
          <a:bodyPr/>
          <a:lstStyle/>
          <a:p>
            <a:r>
              <a:rPr lang="en-US"/>
              <a:t>Presented to: Arriba Advisors Prepared by: Shuva Mukhopadhyay</a:t>
            </a:r>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9785694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FBA95563-302B-4F8D-8A8B-A8ED58EAA2A6}" type="datetime1">
              <a:rPr lang="en-US" smtClean="0"/>
              <a:t>11/21/2025</a:t>
            </a:fld>
            <a:endParaRPr lang="en-US"/>
          </a:p>
        </p:txBody>
      </p:sp>
      <p:sp>
        <p:nvSpPr>
          <p:cNvPr id="6" name="Footer Placeholder 5"/>
          <p:cNvSpPr>
            <a:spLocks noGrp="1"/>
          </p:cNvSpPr>
          <p:nvPr>
            <p:ph type="ftr" sz="quarter" idx="11"/>
          </p:nvPr>
        </p:nvSpPr>
        <p:spPr/>
        <p:txBody>
          <a:bodyPr/>
          <a:lstStyle/>
          <a:p>
            <a:r>
              <a:rPr lang="en-US"/>
              <a:t>Presented to: Arriba Advisors Prepared by: Shuva Mukhopadhyay</a:t>
            </a:r>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39405500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3C5824B2-8E87-48A9-8D1C-386516015AFA}" type="datetime1">
              <a:rPr lang="en-US" smtClean="0"/>
              <a:t>11/21/2025</a:t>
            </a:fld>
            <a:endParaRPr lang="en-US"/>
          </a:p>
        </p:txBody>
      </p:sp>
      <p:sp>
        <p:nvSpPr>
          <p:cNvPr id="8" name="Footer Placeholder 7"/>
          <p:cNvSpPr>
            <a:spLocks noGrp="1"/>
          </p:cNvSpPr>
          <p:nvPr>
            <p:ph type="ftr" sz="quarter" idx="11"/>
          </p:nvPr>
        </p:nvSpPr>
        <p:spPr/>
        <p:txBody>
          <a:bodyPr/>
          <a:lstStyle/>
          <a:p>
            <a:r>
              <a:rPr lang="en-US"/>
              <a:t>Presented to: Arriba Advisors Prepared by: Shuva Mukhopadhyay</a:t>
            </a:r>
          </a:p>
        </p:txBody>
      </p:sp>
      <p:sp>
        <p:nvSpPr>
          <p:cNvPr id="9" name="Slide Number Placeholder 8"/>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69007277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7E2F5922-B629-4D0F-9D11-8C814150D294}" type="datetime1">
              <a:rPr lang="en-US" smtClean="0"/>
              <a:t>11/21/2025</a:t>
            </a:fld>
            <a:endParaRPr lang="en-US"/>
          </a:p>
        </p:txBody>
      </p:sp>
      <p:sp>
        <p:nvSpPr>
          <p:cNvPr id="4" name="Footer Placeholder 3"/>
          <p:cNvSpPr>
            <a:spLocks noGrp="1"/>
          </p:cNvSpPr>
          <p:nvPr>
            <p:ph type="ftr" sz="quarter" idx="11"/>
          </p:nvPr>
        </p:nvSpPr>
        <p:spPr/>
        <p:txBody>
          <a:bodyPr/>
          <a:lstStyle/>
          <a:p>
            <a:r>
              <a:rPr lang="en-US"/>
              <a:t>Presented to: Arriba Advisors Prepared by: Shuva Mukhopadhyay</a:t>
            </a:r>
          </a:p>
        </p:txBody>
      </p:sp>
      <p:sp>
        <p:nvSpPr>
          <p:cNvPr id="5" name="Slide Number Placeholder 4"/>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71686207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2E5B108-4C6E-49C2-B353-B2F87240DFE5}" type="datetime1">
              <a:rPr lang="en-US" smtClean="0"/>
              <a:t>11/21/2025</a:t>
            </a:fld>
            <a:endParaRPr lang="en-US"/>
          </a:p>
        </p:txBody>
      </p:sp>
      <p:sp>
        <p:nvSpPr>
          <p:cNvPr id="3" name="Footer Placeholder 2"/>
          <p:cNvSpPr>
            <a:spLocks noGrp="1"/>
          </p:cNvSpPr>
          <p:nvPr>
            <p:ph type="ftr" sz="quarter" idx="11"/>
          </p:nvPr>
        </p:nvSpPr>
        <p:spPr/>
        <p:txBody>
          <a:bodyPr/>
          <a:lstStyle/>
          <a:p>
            <a:r>
              <a:rPr lang="en-US"/>
              <a:t>Presented to: Arriba Advisors Prepared by: Shuva Mukhopadhyay</a:t>
            </a:r>
          </a:p>
        </p:txBody>
      </p:sp>
      <p:sp>
        <p:nvSpPr>
          <p:cNvPr id="4" name="Slide Number Placeholder 3"/>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314501049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40847C9-AE5B-4661-83F8-591B2179EB21}" type="datetime1">
              <a:rPr lang="en-US" smtClean="0"/>
              <a:t>11/21/2025</a:t>
            </a:fld>
            <a:endParaRPr lang="en-US"/>
          </a:p>
        </p:txBody>
      </p:sp>
      <p:sp>
        <p:nvSpPr>
          <p:cNvPr id="6" name="Footer Placeholder 5"/>
          <p:cNvSpPr>
            <a:spLocks noGrp="1"/>
          </p:cNvSpPr>
          <p:nvPr>
            <p:ph type="ftr" sz="quarter" idx="11"/>
          </p:nvPr>
        </p:nvSpPr>
        <p:spPr/>
        <p:txBody>
          <a:bodyPr/>
          <a:lstStyle/>
          <a:p>
            <a:r>
              <a:rPr lang="en-US"/>
              <a:t>Presented to: Arriba Advisors Prepared by: Shuva Mukhopadhyay</a:t>
            </a:r>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21984854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CB45638-6AA0-41C9-9AF8-4EE94B10A0B9}" type="datetime1">
              <a:rPr lang="en-US" smtClean="0"/>
              <a:t>11/21/2025</a:t>
            </a:fld>
            <a:endParaRPr lang="en-US"/>
          </a:p>
        </p:txBody>
      </p:sp>
      <p:sp>
        <p:nvSpPr>
          <p:cNvPr id="6" name="Footer Placeholder 5"/>
          <p:cNvSpPr>
            <a:spLocks noGrp="1"/>
          </p:cNvSpPr>
          <p:nvPr>
            <p:ph type="ftr" sz="quarter" idx="11"/>
          </p:nvPr>
        </p:nvSpPr>
        <p:spPr/>
        <p:txBody>
          <a:bodyPr/>
          <a:lstStyle/>
          <a:p>
            <a:r>
              <a:rPr lang="en-US"/>
              <a:t>Presented to: Arriba Advisors Prepared by: Shuva Mukhopadhyay</a:t>
            </a:r>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26540558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F1E0511-2DB4-4667-A9FF-29BC3FE9A42A}" type="datetime1">
              <a:rPr lang="en-US" smtClean="0"/>
              <a:t>11/21/2025</a:t>
            </a:fld>
            <a:endParaRPr lang="en-US"/>
          </a:p>
        </p:txBody>
      </p:sp>
      <p:sp>
        <p:nvSpPr>
          <p:cNvPr id="5" name="Footer Placeholder 4"/>
          <p:cNvSpPr>
            <a:spLocks noGrp="1"/>
          </p:cNvSpPr>
          <p:nvPr>
            <p:ph type="ftr" sz="quarter" idx="11"/>
          </p:nvPr>
        </p:nvSpPr>
        <p:spPr/>
        <p:txBody>
          <a:bodyPr/>
          <a:lstStyle/>
          <a:p>
            <a:r>
              <a:rPr lang="en-US"/>
              <a:t>Presented to: Arriba Advisors Prepared by: Shuva Mukhopadhyay</a:t>
            </a:r>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18837346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AAE36FD-238E-45DC-A0E6-233DACD56791}" type="datetime1">
              <a:rPr lang="en-US" smtClean="0"/>
              <a:t>11/21/2025</a:t>
            </a:fld>
            <a:endParaRPr lang="en-US"/>
          </a:p>
        </p:txBody>
      </p:sp>
      <p:sp>
        <p:nvSpPr>
          <p:cNvPr id="5" name="Footer Placeholder 4"/>
          <p:cNvSpPr>
            <a:spLocks noGrp="1"/>
          </p:cNvSpPr>
          <p:nvPr>
            <p:ph type="ftr" sz="quarter" idx="11"/>
          </p:nvPr>
        </p:nvSpPr>
        <p:spPr/>
        <p:txBody>
          <a:bodyPr/>
          <a:lstStyle/>
          <a:p>
            <a:r>
              <a:rPr lang="en-US"/>
              <a:t>Presented to: Arriba Advisors Prepared by: Shuva Mukhopadhyay</a:t>
            </a:r>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144866373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Title, Content Photo 1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311896" y="1078992"/>
            <a:ext cx="3273552" cy="1947672"/>
          </a:xfrm>
        </p:spPr>
        <p:txBody>
          <a:bodyPr anchor="b"/>
          <a:lstStyle/>
          <a:p>
            <a:r>
              <a:rPr lang="en-US"/>
              <a:t>Click to edit Master title style</a:t>
            </a:r>
          </a:p>
        </p:txBody>
      </p:sp>
      <p:sp>
        <p:nvSpPr>
          <p:cNvPr id="4" name="Picture Placeholder 3">
            <a:extLst>
              <a:ext uri="{FF2B5EF4-FFF2-40B4-BE49-F238E27FC236}">
                <a16:creationId xmlns:a16="http://schemas.microsoft.com/office/drawing/2014/main" id="{65B0EC94-28E6-D665-7491-10A308B0B426}"/>
              </a:ext>
            </a:extLst>
          </p:cNvPr>
          <p:cNvSpPr>
            <a:spLocks noGrp="1"/>
          </p:cNvSpPr>
          <p:nvPr>
            <p:ph type="pic" sz="quarter" idx="13"/>
          </p:nvPr>
        </p:nvSpPr>
        <p:spPr>
          <a:xfrm>
            <a:off x="342900" y="342901"/>
            <a:ext cx="7391400" cy="6172200"/>
          </a:xfrm>
          <a:custGeom>
            <a:avLst/>
            <a:gdLst>
              <a:gd name="connsiteX0" fmla="*/ 267246 w 7391400"/>
              <a:gd name="connsiteY0" fmla="*/ 0 h 6172200"/>
              <a:gd name="connsiteX1" fmla="*/ 7124155 w 7391400"/>
              <a:gd name="connsiteY1" fmla="*/ 0 h 6172200"/>
              <a:gd name="connsiteX2" fmla="*/ 7391400 w 7391400"/>
              <a:gd name="connsiteY2" fmla="*/ 266886 h 6172200"/>
              <a:gd name="connsiteX3" fmla="*/ 7391400 w 7391400"/>
              <a:gd name="connsiteY3" fmla="*/ 5905314 h 6172200"/>
              <a:gd name="connsiteX4" fmla="*/ 7124155 w 7391400"/>
              <a:gd name="connsiteY4" fmla="*/ 6172200 h 6172200"/>
              <a:gd name="connsiteX5" fmla="*/ 267246 w 7391400"/>
              <a:gd name="connsiteY5" fmla="*/ 6172200 h 6172200"/>
              <a:gd name="connsiteX6" fmla="*/ 0 w 7391400"/>
              <a:gd name="connsiteY6" fmla="*/ 5905314 h 6172200"/>
              <a:gd name="connsiteX7" fmla="*/ 0 w 7391400"/>
              <a:gd name="connsiteY7" fmla="*/ 266886 h 6172200"/>
              <a:gd name="connsiteX8" fmla="*/ 267246 w 7391400"/>
              <a:gd name="connsiteY8" fmla="*/ 0 h 6172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391400" h="6172200">
                <a:moveTo>
                  <a:pt x="267246" y="0"/>
                </a:moveTo>
                <a:lnTo>
                  <a:pt x="7124155" y="0"/>
                </a:lnTo>
                <a:cubicBezTo>
                  <a:pt x="7271750" y="0"/>
                  <a:pt x="7391400" y="119489"/>
                  <a:pt x="7391400" y="266886"/>
                </a:cubicBezTo>
                <a:lnTo>
                  <a:pt x="7391400" y="5905314"/>
                </a:lnTo>
                <a:cubicBezTo>
                  <a:pt x="7391400" y="6052711"/>
                  <a:pt x="7271750" y="6172200"/>
                  <a:pt x="7124155" y="6172200"/>
                </a:cubicBezTo>
                <a:lnTo>
                  <a:pt x="267246" y="6172200"/>
                </a:lnTo>
                <a:cubicBezTo>
                  <a:pt x="119650" y="6172200"/>
                  <a:pt x="0" y="6052711"/>
                  <a:pt x="0" y="5905314"/>
                </a:cubicBezTo>
                <a:lnTo>
                  <a:pt x="0" y="266886"/>
                </a:lnTo>
                <a:cubicBezTo>
                  <a:pt x="0" y="119489"/>
                  <a:pt x="119650" y="0"/>
                  <a:pt x="267246" y="0"/>
                </a:cubicBezTo>
                <a:close/>
              </a:path>
            </a:pathLst>
          </a:custGeom>
          <a:blipFill>
            <a:blip r:embed="rId2"/>
            <a:stretch>
              <a:fillRect/>
            </a:stretch>
          </a:blipFill>
        </p:spPr>
        <p:txBody>
          <a:bodyPr wrap="square">
            <a:noAutofit/>
          </a:bodyPr>
          <a:lstStyle/>
          <a:p>
            <a:endParaRPr lang="en-US"/>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311896" y="3099816"/>
            <a:ext cx="3273552" cy="2953512"/>
          </a:xfrm>
        </p:spPr>
        <p:txBody>
          <a:bodyPr>
            <a:normAutofit/>
          </a:bodyPr>
          <a:lstStyle>
            <a:lvl1pPr marL="0" indent="0">
              <a:buNone/>
              <a:defRPr sz="1600"/>
            </a:lvl1pPr>
            <a:lvl2pPr marL="228600" indent="0">
              <a:buNone/>
              <a:defRPr sz="1400"/>
            </a:lvl2pPr>
            <a:lvl3pPr marL="457200" indent="0">
              <a:buNone/>
              <a:defRPr sz="1200"/>
            </a:lvl3pPr>
            <a:lvl4pPr marL="685800" indent="0">
              <a:buNone/>
              <a:defRPr sz="1100"/>
            </a:lvl4pPr>
            <a:lvl5pPr marL="914400" indent="0">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effectLst/>
              </a:defRPr>
            </a:lvl1pPr>
          </a:lstStyle>
          <a:p>
            <a:fld id="{C4E65088-9CB0-4E5F-9039-F09AC5A44D30}" type="datetime1">
              <a:rPr lang="en-US" smtClean="0"/>
              <a:t>11/21/2025</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Presented to: Arriba Advisors Prepared by: Shuva Mukhopadhyay</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29609234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Title, Content Photo 1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29768" y="548639"/>
            <a:ext cx="4855464" cy="1453896"/>
          </a:xfrm>
        </p:spPr>
        <p:txBody>
          <a:bodyPr anchor="t"/>
          <a:lstStyle/>
          <a:p>
            <a:r>
              <a:rPr lang="en-US"/>
              <a:t>Click to edit Master title style</a:t>
            </a:r>
          </a:p>
        </p:txBody>
      </p:sp>
      <p:sp>
        <p:nvSpPr>
          <p:cNvPr id="9" name="Picture Placeholder 8">
            <a:extLst>
              <a:ext uri="{FF2B5EF4-FFF2-40B4-BE49-F238E27FC236}">
                <a16:creationId xmlns:a16="http://schemas.microsoft.com/office/drawing/2014/main" id="{F5F2F272-6D18-7E06-3E9A-D10C5C502195}"/>
              </a:ext>
            </a:extLst>
          </p:cNvPr>
          <p:cNvSpPr>
            <a:spLocks noGrp="1"/>
          </p:cNvSpPr>
          <p:nvPr>
            <p:ph type="pic" sz="quarter" idx="13"/>
          </p:nvPr>
        </p:nvSpPr>
        <p:spPr>
          <a:xfrm>
            <a:off x="510075" y="2293496"/>
            <a:ext cx="4775158" cy="4039043"/>
          </a:xfrm>
          <a:custGeom>
            <a:avLst/>
            <a:gdLst>
              <a:gd name="connsiteX0" fmla="*/ 305917 w 4855463"/>
              <a:gd name="connsiteY0" fmla="*/ 0 h 4039043"/>
              <a:gd name="connsiteX1" fmla="*/ 4549547 w 4855463"/>
              <a:gd name="connsiteY1" fmla="*/ 0 h 4039043"/>
              <a:gd name="connsiteX2" fmla="*/ 4849249 w 4855463"/>
              <a:gd name="connsiteY2" fmla="*/ 244264 h 4039043"/>
              <a:gd name="connsiteX3" fmla="*/ 4855463 w 4855463"/>
              <a:gd name="connsiteY3" fmla="*/ 305907 h 4039043"/>
              <a:gd name="connsiteX4" fmla="*/ 4855463 w 4855463"/>
              <a:gd name="connsiteY4" fmla="*/ 3733136 h 4039043"/>
              <a:gd name="connsiteX5" fmla="*/ 4849249 w 4855463"/>
              <a:gd name="connsiteY5" fmla="*/ 3794779 h 4039043"/>
              <a:gd name="connsiteX6" fmla="*/ 4549547 w 4855463"/>
              <a:gd name="connsiteY6" fmla="*/ 4039043 h 4039043"/>
              <a:gd name="connsiteX7" fmla="*/ 305917 w 4855463"/>
              <a:gd name="connsiteY7" fmla="*/ 4039043 h 4039043"/>
              <a:gd name="connsiteX8" fmla="*/ 0 w 4855463"/>
              <a:gd name="connsiteY8" fmla="*/ 3733126 h 4039043"/>
              <a:gd name="connsiteX9" fmla="*/ 0 w 4855463"/>
              <a:gd name="connsiteY9" fmla="*/ 305917 h 4039043"/>
              <a:gd name="connsiteX10" fmla="*/ 305917 w 4855463"/>
              <a:gd name="connsiteY10" fmla="*/ 0 h 40390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855463" h="4039043">
                <a:moveTo>
                  <a:pt x="305917" y="0"/>
                </a:moveTo>
                <a:lnTo>
                  <a:pt x="4549547" y="0"/>
                </a:lnTo>
                <a:cubicBezTo>
                  <a:pt x="4697381" y="0"/>
                  <a:pt x="4820723" y="104863"/>
                  <a:pt x="4849249" y="244264"/>
                </a:cubicBezTo>
                <a:lnTo>
                  <a:pt x="4855463" y="305907"/>
                </a:lnTo>
                <a:lnTo>
                  <a:pt x="4855463" y="3733136"/>
                </a:lnTo>
                <a:lnTo>
                  <a:pt x="4849249" y="3794779"/>
                </a:lnTo>
                <a:cubicBezTo>
                  <a:pt x="4820723" y="3934180"/>
                  <a:pt x="4697381" y="4039043"/>
                  <a:pt x="4549547" y="4039043"/>
                </a:cubicBezTo>
                <a:lnTo>
                  <a:pt x="305917" y="4039043"/>
                </a:lnTo>
                <a:cubicBezTo>
                  <a:pt x="136964" y="4039043"/>
                  <a:pt x="0" y="3902079"/>
                  <a:pt x="0" y="3733126"/>
                </a:cubicBezTo>
                <a:lnTo>
                  <a:pt x="0" y="305917"/>
                </a:lnTo>
                <a:cubicBezTo>
                  <a:pt x="0" y="136964"/>
                  <a:pt x="136964" y="0"/>
                  <a:pt x="305917" y="0"/>
                </a:cubicBezTo>
                <a:close/>
              </a:path>
            </a:pathLst>
          </a:custGeom>
          <a:blipFill>
            <a:blip r:embed="rId2"/>
            <a:stretch>
              <a:fillRect/>
            </a:stretch>
          </a:blipFill>
        </p:spPr>
        <p:txBody>
          <a:bodyPr wrap="square">
            <a:noAutofit/>
          </a:bodyPr>
          <a:lstStyle/>
          <a:p>
            <a:endParaRPr lang="en-US"/>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6096000" y="549275"/>
            <a:ext cx="5585925" cy="57832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D15E9300-6961-4D0C-AD47-FD45554D75F0}" type="datetime1">
              <a:rPr lang="en-US" smtClean="0"/>
              <a:t>11/21/2025</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Presented to: Arriba Advisors Prepared by: Shuva Mukhopadhyay</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60261676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Title 1">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429768" y="438912"/>
            <a:ext cx="9317736" cy="4453128"/>
          </a:xfrm>
        </p:spPr>
        <p:txBody>
          <a:bodyPr anchor="t">
            <a:normAutofit/>
          </a:bodyPr>
          <a:lstStyle>
            <a:lvl1pPr algn="l">
              <a:defRPr sz="9600">
                <a:solidFill>
                  <a:schemeClr val="tx2"/>
                </a:solidFill>
              </a:defRPr>
            </a:lvl1pPr>
          </a:lstStyle>
          <a:p>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429768" y="4965192"/>
            <a:ext cx="5431536" cy="1289304"/>
          </a:xfrm>
        </p:spPr>
        <p:txBody>
          <a:bodyPr anchor="b">
            <a:normAutofit/>
          </a:bodyPr>
          <a:lstStyle>
            <a:lvl1pPr marL="0" indent="0" algn="l">
              <a:buNone/>
              <a:defRPr sz="18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2"/>
                </a:solidFill>
              </a:defRPr>
            </a:lvl1pPr>
          </a:lstStyle>
          <a:p>
            <a:fld id="{81A877D1-8A97-41BF-A570-BED39287D542}" type="datetime1">
              <a:rPr lang="en-US" smtClean="0"/>
              <a:t>11/21/2025</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2"/>
                </a:solidFill>
              </a:defRPr>
            </a:lvl1pPr>
          </a:lstStyle>
          <a:p>
            <a:r>
              <a:rPr lang="en-US"/>
              <a:t>Presented to: Arriba Advisors Prepared by: Shuva Mukhopadhyay</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2"/>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54227331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userDrawn="1">
          <p15:clr>
            <a:srgbClr val="FBAE40"/>
          </p15:clr>
        </p15:guide>
        <p15:guide id="6" pos="3840" userDrawn="1">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reserve="1">
  <p:cSld name="Title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408176" y="1536192"/>
            <a:ext cx="9171432" cy="2615184"/>
          </a:xfrm>
        </p:spPr>
        <p:txBody>
          <a:bodyPr anchor="ctr">
            <a:normAutofit/>
          </a:bodyPr>
          <a:lstStyle>
            <a:lvl1pPr algn="ctr">
              <a:defRPr sz="5400">
                <a:solidFill>
                  <a:schemeClr val="tx2"/>
                </a:solidFill>
              </a:defRPr>
            </a:lvl1pPr>
          </a:lstStyle>
          <a:p>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1408176" y="4427554"/>
            <a:ext cx="9171432" cy="1143000"/>
          </a:xfrm>
        </p:spPr>
        <p:txBody>
          <a:bodyPr anchor="t">
            <a:normAutofit/>
          </a:bodyPr>
          <a:lstStyle>
            <a:lvl1pPr marL="0" indent="0" algn="ctr">
              <a:buNone/>
              <a:defRPr sz="18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2"/>
                </a:solidFill>
              </a:defRPr>
            </a:lvl1pPr>
          </a:lstStyle>
          <a:p>
            <a:fld id="{F1507578-149E-461A-AC4F-2DD0ECEB491C}" type="datetime1">
              <a:rPr lang="en-US" smtClean="0"/>
              <a:t>11/21/2025</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2"/>
                </a:solidFill>
              </a:defRPr>
            </a:lvl1pPr>
          </a:lstStyle>
          <a:p>
            <a:r>
              <a:rPr lang="en-US"/>
              <a:t>Presented to: Arriba Advisors Prepared by: Shuva Mukhopadhyay</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2"/>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1728732632"/>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userDrawn="1">
          <p15:clr>
            <a:srgbClr val="FBAE40"/>
          </p15:clr>
        </p15:guide>
        <p15:guide id="6" pos="3840" userDrawn="1">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type="title" preserve="1">
  <p:cSld name="Title 3">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429768" y="438912"/>
            <a:ext cx="11494008" cy="4654296"/>
          </a:xfrm>
        </p:spPr>
        <p:txBody>
          <a:bodyPr anchor="t">
            <a:normAutofit/>
          </a:bodyPr>
          <a:lstStyle>
            <a:lvl1pPr algn="l">
              <a:defRPr sz="12500">
                <a:solidFill>
                  <a:schemeClr val="tx2"/>
                </a:solidFill>
              </a:defRPr>
            </a:lvl1pPr>
          </a:lstStyle>
          <a:p>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429768" y="5093208"/>
            <a:ext cx="5669280" cy="1161288"/>
          </a:xfrm>
        </p:spPr>
        <p:txBody>
          <a:bodyPr anchor="b">
            <a:normAutofit/>
          </a:bodyPr>
          <a:lstStyle>
            <a:lvl1pPr marL="0" indent="0" algn="l">
              <a:buNone/>
              <a:defRPr sz="18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2"/>
                </a:solidFill>
              </a:defRPr>
            </a:lvl1pPr>
          </a:lstStyle>
          <a:p>
            <a:fld id="{999A6E31-7B91-479E-8FBF-480CEAF53271}" type="datetime1">
              <a:rPr lang="en-US" smtClean="0"/>
              <a:t>11/21/2025</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2"/>
                </a:solidFill>
              </a:defRPr>
            </a:lvl1pPr>
          </a:lstStyle>
          <a:p>
            <a:r>
              <a:rPr lang="en-US"/>
              <a:t>Presented to: Arriba Advisors Prepared by: Shuva Mukhopadhyay</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2"/>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283313398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userDrawn="1">
          <p15:clr>
            <a:srgbClr val="FBAE40"/>
          </p15:clr>
        </p15:guide>
        <p15:guide id="6" pos="3840" userDrawn="1">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Photo 1">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429768" y="5276088"/>
            <a:ext cx="11347704" cy="786384"/>
          </a:xfrm>
        </p:spPr>
        <p:txBody>
          <a:bodyPr anchor="b">
            <a:normAutofit/>
          </a:bodyPr>
          <a:lstStyle>
            <a:lvl1pPr algn="l">
              <a:defRPr sz="4400">
                <a:solidFill>
                  <a:schemeClr val="tx2"/>
                </a:solidFill>
              </a:defRPr>
            </a:lvl1pPr>
          </a:lstStyle>
          <a:p>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429768" y="5980176"/>
            <a:ext cx="11347704" cy="530352"/>
          </a:xfrm>
        </p:spPr>
        <p:txBody>
          <a:bodyPr anchor="t">
            <a:normAutofit/>
          </a:bodyPr>
          <a:lstStyle>
            <a:lvl1pPr marL="0" indent="0" algn="l">
              <a:buNone/>
              <a:defRPr sz="18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8" name="Picture Placeholder 6">
            <a:extLst>
              <a:ext uri="{FF2B5EF4-FFF2-40B4-BE49-F238E27FC236}">
                <a16:creationId xmlns:a16="http://schemas.microsoft.com/office/drawing/2014/main" id="{F9A648C8-0436-6FAF-8B52-BA15EFB5F90C}"/>
              </a:ext>
            </a:extLst>
          </p:cNvPr>
          <p:cNvSpPr>
            <a:spLocks noGrp="1"/>
          </p:cNvSpPr>
          <p:nvPr>
            <p:ph type="pic" sz="quarter" idx="13"/>
          </p:nvPr>
        </p:nvSpPr>
        <p:spPr>
          <a:xfrm>
            <a:off x="342901" y="343038"/>
            <a:ext cx="11506200" cy="4792766"/>
          </a:xfrm>
          <a:custGeom>
            <a:avLst/>
            <a:gdLst>
              <a:gd name="connsiteX0" fmla="*/ 292023 w 11506200"/>
              <a:gd name="connsiteY0" fmla="*/ 0 h 4792766"/>
              <a:gd name="connsiteX1" fmla="*/ 11214177 w 11506200"/>
              <a:gd name="connsiteY1" fmla="*/ 0 h 4792766"/>
              <a:gd name="connsiteX2" fmla="*/ 11506200 w 11506200"/>
              <a:gd name="connsiteY2" fmla="*/ 292023 h 4792766"/>
              <a:gd name="connsiteX3" fmla="*/ 11506200 w 11506200"/>
              <a:gd name="connsiteY3" fmla="*/ 4500743 h 4792766"/>
              <a:gd name="connsiteX4" fmla="*/ 11214177 w 11506200"/>
              <a:gd name="connsiteY4" fmla="*/ 4792766 h 4792766"/>
              <a:gd name="connsiteX5" fmla="*/ 292023 w 11506200"/>
              <a:gd name="connsiteY5" fmla="*/ 4792766 h 4792766"/>
              <a:gd name="connsiteX6" fmla="*/ 0 w 11506200"/>
              <a:gd name="connsiteY6" fmla="*/ 4500743 h 4792766"/>
              <a:gd name="connsiteX7" fmla="*/ 0 w 11506200"/>
              <a:gd name="connsiteY7" fmla="*/ 292023 h 4792766"/>
              <a:gd name="connsiteX8" fmla="*/ 292023 w 11506200"/>
              <a:gd name="connsiteY8" fmla="*/ 0 h 47927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506200" h="4792766">
                <a:moveTo>
                  <a:pt x="292023" y="0"/>
                </a:moveTo>
                <a:lnTo>
                  <a:pt x="11214177" y="0"/>
                </a:lnTo>
                <a:cubicBezTo>
                  <a:pt x="11375457" y="0"/>
                  <a:pt x="11506200" y="130743"/>
                  <a:pt x="11506200" y="292023"/>
                </a:cubicBezTo>
                <a:lnTo>
                  <a:pt x="11506200" y="4500743"/>
                </a:lnTo>
                <a:cubicBezTo>
                  <a:pt x="11506200" y="4662023"/>
                  <a:pt x="11375457" y="4792766"/>
                  <a:pt x="11214177" y="4792766"/>
                </a:cubicBezTo>
                <a:lnTo>
                  <a:pt x="292023" y="4792766"/>
                </a:lnTo>
                <a:cubicBezTo>
                  <a:pt x="130743" y="4792766"/>
                  <a:pt x="0" y="4662023"/>
                  <a:pt x="0" y="4500743"/>
                </a:cubicBezTo>
                <a:lnTo>
                  <a:pt x="0" y="292023"/>
                </a:lnTo>
                <a:cubicBezTo>
                  <a:pt x="0" y="130743"/>
                  <a:pt x="130743" y="0"/>
                  <a:pt x="292023" y="0"/>
                </a:cubicBezTo>
                <a:close/>
              </a:path>
            </a:pathLst>
          </a:custGeom>
          <a:blipFill>
            <a:blip r:embed="rId2"/>
            <a:stretch>
              <a:fillRect/>
            </a:stretch>
          </a:blipFill>
        </p:spPr>
        <p:txBody>
          <a:bodyPr wrap="square">
            <a:noAutofit/>
          </a:bodyPr>
          <a:lstStyle/>
          <a:p>
            <a:endParaRPr lang="en-US"/>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137160" y="6519672"/>
            <a:ext cx="3494314" cy="365125"/>
          </a:xfrm>
        </p:spPr>
        <p:txBody>
          <a:bodyPr/>
          <a:lstStyle>
            <a:lvl1pPr>
              <a:defRPr>
                <a:solidFill>
                  <a:schemeClr val="tx2"/>
                </a:solidFill>
                <a:effectLst/>
              </a:defRPr>
            </a:lvl1pPr>
          </a:lstStyle>
          <a:p>
            <a:fld id="{5C735FDC-4610-4413-80AC-D28EA989E4D4}" type="datetime1">
              <a:rPr lang="en-US" smtClean="0"/>
              <a:t>11/21/2025</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8876521" y="6519672"/>
            <a:ext cx="2805405" cy="365125"/>
          </a:xfrm>
        </p:spPr>
        <p:txBody>
          <a:bodyPr/>
          <a:lstStyle>
            <a:lvl1pPr>
              <a:defRPr>
                <a:solidFill>
                  <a:schemeClr val="tx2"/>
                </a:solidFill>
                <a:effectLst/>
              </a:defRPr>
            </a:lvl1pPr>
          </a:lstStyle>
          <a:p>
            <a:r>
              <a:rPr lang="en-US"/>
              <a:t>Presented to: Arriba Advisors Prepared by: Shuva Mukhopadhyay</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632162" y="6519672"/>
            <a:ext cx="429207" cy="365125"/>
          </a:xfrm>
        </p:spPr>
        <p:txBody>
          <a:bodyPr/>
          <a:lstStyle>
            <a:lvl1pPr>
              <a:defRPr>
                <a:solidFill>
                  <a:schemeClr val="tx2"/>
                </a:solidFill>
                <a:effectLst/>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150305094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userDrawn="1">
          <p15:clr>
            <a:srgbClr val="FBAE40"/>
          </p15:clr>
        </p15:guide>
        <p15:guide id="6" pos="3840" userDrawn="1">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Photo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429768" y="411480"/>
            <a:ext cx="4590288" cy="3739896"/>
          </a:xfrm>
        </p:spPr>
        <p:txBody>
          <a:bodyPr anchor="t">
            <a:normAutofit/>
          </a:bodyPr>
          <a:lstStyle>
            <a:lvl1pPr algn="l">
              <a:defRPr sz="5200">
                <a:solidFill>
                  <a:schemeClr val="tx2"/>
                </a:solidFill>
              </a:defRPr>
            </a:lvl1pPr>
          </a:lstStyle>
          <a:p>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429768" y="4873752"/>
            <a:ext cx="4206240" cy="1380744"/>
          </a:xfrm>
        </p:spPr>
        <p:txBody>
          <a:bodyPr anchor="b">
            <a:normAutofit/>
          </a:bodyPr>
          <a:lstStyle>
            <a:lvl1pPr marL="0" indent="0" algn="l">
              <a:buNone/>
              <a:defRPr sz="18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8" name="Picture Placeholder 6">
            <a:extLst>
              <a:ext uri="{FF2B5EF4-FFF2-40B4-BE49-F238E27FC236}">
                <a16:creationId xmlns:a16="http://schemas.microsoft.com/office/drawing/2014/main" id="{55FC269D-AA10-2D35-8DD6-33E0E2CC4064}"/>
              </a:ext>
            </a:extLst>
          </p:cNvPr>
          <p:cNvSpPr>
            <a:spLocks noGrp="1"/>
          </p:cNvSpPr>
          <p:nvPr>
            <p:ph type="pic" sz="quarter" idx="13"/>
          </p:nvPr>
        </p:nvSpPr>
        <p:spPr>
          <a:xfrm>
            <a:off x="5591348" y="343038"/>
            <a:ext cx="6257031" cy="6172200"/>
          </a:xfrm>
          <a:custGeom>
            <a:avLst/>
            <a:gdLst>
              <a:gd name="connsiteX0" fmla="*/ 318609 w 6257031"/>
              <a:gd name="connsiteY0" fmla="*/ 0 h 6172200"/>
              <a:gd name="connsiteX1" fmla="*/ 5938422 w 6257031"/>
              <a:gd name="connsiteY1" fmla="*/ 0 h 6172200"/>
              <a:gd name="connsiteX2" fmla="*/ 6257031 w 6257031"/>
              <a:gd name="connsiteY2" fmla="*/ 318609 h 6172200"/>
              <a:gd name="connsiteX3" fmla="*/ 6257031 w 6257031"/>
              <a:gd name="connsiteY3" fmla="*/ 5853591 h 6172200"/>
              <a:gd name="connsiteX4" fmla="*/ 5938422 w 6257031"/>
              <a:gd name="connsiteY4" fmla="*/ 6172200 h 6172200"/>
              <a:gd name="connsiteX5" fmla="*/ 318609 w 6257031"/>
              <a:gd name="connsiteY5" fmla="*/ 6172200 h 6172200"/>
              <a:gd name="connsiteX6" fmla="*/ 0 w 6257031"/>
              <a:gd name="connsiteY6" fmla="*/ 5853591 h 6172200"/>
              <a:gd name="connsiteX7" fmla="*/ 0 w 6257031"/>
              <a:gd name="connsiteY7" fmla="*/ 318609 h 6172200"/>
              <a:gd name="connsiteX8" fmla="*/ 318609 w 6257031"/>
              <a:gd name="connsiteY8" fmla="*/ 0 h 6172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57031" h="6172200">
                <a:moveTo>
                  <a:pt x="318609" y="0"/>
                </a:moveTo>
                <a:lnTo>
                  <a:pt x="5938422" y="0"/>
                </a:lnTo>
                <a:cubicBezTo>
                  <a:pt x="6114385" y="0"/>
                  <a:pt x="6257031" y="142646"/>
                  <a:pt x="6257031" y="318609"/>
                </a:cubicBezTo>
                <a:lnTo>
                  <a:pt x="6257031" y="5853591"/>
                </a:lnTo>
                <a:cubicBezTo>
                  <a:pt x="6257031" y="6029554"/>
                  <a:pt x="6114385" y="6172200"/>
                  <a:pt x="5938422" y="6172200"/>
                </a:cubicBezTo>
                <a:lnTo>
                  <a:pt x="318609" y="6172200"/>
                </a:lnTo>
                <a:cubicBezTo>
                  <a:pt x="142646" y="6172200"/>
                  <a:pt x="0" y="6029554"/>
                  <a:pt x="0" y="5853591"/>
                </a:cubicBezTo>
                <a:lnTo>
                  <a:pt x="0" y="318609"/>
                </a:lnTo>
                <a:cubicBezTo>
                  <a:pt x="0" y="142646"/>
                  <a:pt x="142646" y="0"/>
                  <a:pt x="318609" y="0"/>
                </a:cubicBezTo>
                <a:close/>
              </a:path>
            </a:pathLst>
          </a:custGeom>
          <a:blipFill dpi="0" rotWithShape="1">
            <a:blip r:embed="rId2"/>
            <a:srcRect/>
            <a:stretch>
              <a:fillRect/>
            </a:stretch>
          </a:blipFill>
        </p:spPr>
        <p:txBody>
          <a:bodyPr wrap="square">
            <a:noAutofit/>
          </a:bodyPr>
          <a:lstStyle/>
          <a:p>
            <a:endParaRPr lang="en-US"/>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2"/>
                </a:solidFill>
                <a:effectLst/>
              </a:defRPr>
            </a:lvl1pPr>
          </a:lstStyle>
          <a:p>
            <a:fld id="{26B214C6-5D22-4F07-8BC1-ADDCF560CB9F}" type="datetime1">
              <a:rPr lang="en-US" smtClean="0"/>
              <a:t>11/21/2025</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2"/>
                </a:solidFill>
              </a:defRPr>
            </a:lvl1pPr>
          </a:lstStyle>
          <a:p>
            <a:r>
              <a:rPr lang="en-US"/>
              <a:t>Presented to: Arriba Advisors Prepared by: Shuva Mukhopadhyay</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2"/>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1014564995"/>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userDrawn="1">
          <p15:clr>
            <a:srgbClr val="FBAE40"/>
          </p15:clr>
        </p15:guide>
        <p15:guide id="6" pos="3840" userDrawn="1">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le, Photo 3">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429768" y="411480"/>
            <a:ext cx="5330952" cy="3739896"/>
          </a:xfrm>
        </p:spPr>
        <p:txBody>
          <a:bodyPr anchor="t">
            <a:normAutofit/>
          </a:bodyPr>
          <a:lstStyle>
            <a:lvl1pPr algn="l">
              <a:defRPr sz="6600">
                <a:solidFill>
                  <a:schemeClr val="tx2"/>
                </a:solidFill>
              </a:defRPr>
            </a:lvl1pPr>
          </a:lstStyle>
          <a:p>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429768" y="4873752"/>
            <a:ext cx="4517136" cy="1380744"/>
          </a:xfrm>
        </p:spPr>
        <p:txBody>
          <a:bodyPr anchor="b">
            <a:normAutofit/>
          </a:bodyPr>
          <a:lstStyle>
            <a:lvl1pPr marL="0" indent="0" algn="l">
              <a:buNone/>
              <a:defRPr sz="18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2"/>
                </a:solidFill>
                <a:effectLst/>
              </a:defRPr>
            </a:lvl1pPr>
          </a:lstStyle>
          <a:p>
            <a:fld id="{F69698BF-E57E-4EAF-91F5-0D09AC01D8A5}" type="datetime1">
              <a:rPr lang="en-US" smtClean="0"/>
              <a:t>11/21/2025</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2"/>
                </a:solidFill>
              </a:defRPr>
            </a:lvl1pPr>
          </a:lstStyle>
          <a:p>
            <a:r>
              <a:rPr lang="en-US"/>
              <a:t>Presented to: Arriba Advisors Prepared by: Shuva Mukhopadhyay</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2"/>
                </a:solidFill>
              </a:defRPr>
            </a:lvl1pPr>
          </a:lstStyle>
          <a:p>
            <a:fld id="{CC057153-B650-4DEB-B370-79DDCFDCE934}" type="slidenum">
              <a:rPr lang="en-US" smtClean="0"/>
              <a:pPr/>
              <a:t>‹#›</a:t>
            </a:fld>
            <a:endParaRPr lang="en-US"/>
          </a:p>
        </p:txBody>
      </p:sp>
      <p:sp>
        <p:nvSpPr>
          <p:cNvPr id="11" name="Picture Placeholder 6">
            <a:extLst>
              <a:ext uri="{FF2B5EF4-FFF2-40B4-BE49-F238E27FC236}">
                <a16:creationId xmlns:a16="http://schemas.microsoft.com/office/drawing/2014/main" id="{8F28510C-0939-D915-FCC8-7D8AD4475782}"/>
              </a:ext>
            </a:extLst>
          </p:cNvPr>
          <p:cNvSpPr>
            <a:spLocks noGrp="1"/>
          </p:cNvSpPr>
          <p:nvPr>
            <p:ph type="pic" sz="quarter" idx="13"/>
          </p:nvPr>
        </p:nvSpPr>
        <p:spPr>
          <a:xfrm>
            <a:off x="6517247" y="342900"/>
            <a:ext cx="5334000" cy="6172200"/>
          </a:xfrm>
          <a:custGeom>
            <a:avLst/>
            <a:gdLst>
              <a:gd name="connsiteX0" fmla="*/ 305905 w 5334000"/>
              <a:gd name="connsiteY0" fmla="*/ 0 h 6172200"/>
              <a:gd name="connsiteX1" fmla="*/ 5028095 w 5334000"/>
              <a:gd name="connsiteY1" fmla="*/ 0 h 6172200"/>
              <a:gd name="connsiteX2" fmla="*/ 5334000 w 5334000"/>
              <a:gd name="connsiteY2" fmla="*/ 305905 h 6172200"/>
              <a:gd name="connsiteX3" fmla="*/ 5334000 w 5334000"/>
              <a:gd name="connsiteY3" fmla="*/ 5866295 h 6172200"/>
              <a:gd name="connsiteX4" fmla="*/ 5028095 w 5334000"/>
              <a:gd name="connsiteY4" fmla="*/ 6172200 h 6172200"/>
              <a:gd name="connsiteX5" fmla="*/ 305905 w 5334000"/>
              <a:gd name="connsiteY5" fmla="*/ 6172200 h 6172200"/>
              <a:gd name="connsiteX6" fmla="*/ 0 w 5334000"/>
              <a:gd name="connsiteY6" fmla="*/ 5866295 h 6172200"/>
              <a:gd name="connsiteX7" fmla="*/ 0 w 5334000"/>
              <a:gd name="connsiteY7" fmla="*/ 305905 h 6172200"/>
              <a:gd name="connsiteX8" fmla="*/ 305905 w 5334000"/>
              <a:gd name="connsiteY8" fmla="*/ 0 h 6172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334000" h="6172200">
                <a:moveTo>
                  <a:pt x="305905" y="0"/>
                </a:moveTo>
                <a:lnTo>
                  <a:pt x="5028095" y="0"/>
                </a:lnTo>
                <a:cubicBezTo>
                  <a:pt x="5197042" y="0"/>
                  <a:pt x="5334000" y="136958"/>
                  <a:pt x="5334000" y="305905"/>
                </a:cubicBezTo>
                <a:lnTo>
                  <a:pt x="5334000" y="5866295"/>
                </a:lnTo>
                <a:cubicBezTo>
                  <a:pt x="5334000" y="6035242"/>
                  <a:pt x="5197042" y="6172200"/>
                  <a:pt x="5028095" y="6172200"/>
                </a:cubicBezTo>
                <a:lnTo>
                  <a:pt x="305905" y="6172200"/>
                </a:lnTo>
                <a:cubicBezTo>
                  <a:pt x="136958" y="6172200"/>
                  <a:pt x="0" y="6035242"/>
                  <a:pt x="0" y="5866295"/>
                </a:cubicBezTo>
                <a:lnTo>
                  <a:pt x="0" y="305905"/>
                </a:lnTo>
                <a:cubicBezTo>
                  <a:pt x="0" y="136958"/>
                  <a:pt x="136958" y="0"/>
                  <a:pt x="305905" y="0"/>
                </a:cubicBezTo>
                <a:close/>
              </a:path>
            </a:pathLst>
          </a:custGeom>
          <a:blipFill>
            <a:blip r:embed="rId2"/>
            <a:stretch>
              <a:fillRect/>
            </a:stretch>
          </a:blipFill>
        </p:spPr>
        <p:txBody>
          <a:bodyPr wrap="square">
            <a:noAutofit/>
          </a:bodyPr>
          <a:lstStyle/>
          <a:p>
            <a:endParaRPr lang="en-US"/>
          </a:p>
        </p:txBody>
      </p:sp>
    </p:spTree>
    <p:extLst>
      <p:ext uri="{BB962C8B-B14F-4D97-AF65-F5344CB8AC3E}">
        <p14:creationId xmlns:p14="http://schemas.microsoft.com/office/powerpoint/2010/main" val="314378237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userDrawn="1">
          <p15:clr>
            <a:srgbClr val="FBAE40"/>
          </p15:clr>
        </p15:guide>
        <p15:guide id="6" pos="3840" userDrawn="1">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Photo 4">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269480" y="411480"/>
            <a:ext cx="4361688" cy="3968496"/>
          </a:xfrm>
        </p:spPr>
        <p:txBody>
          <a:bodyPr anchor="t">
            <a:normAutofit/>
          </a:bodyPr>
          <a:lstStyle>
            <a:lvl1pPr algn="l">
              <a:defRPr sz="5400">
                <a:solidFill>
                  <a:schemeClr val="tx2"/>
                </a:solidFill>
              </a:defRPr>
            </a:lvl1pPr>
          </a:lstStyle>
          <a:p>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269480" y="4873752"/>
            <a:ext cx="4206240" cy="1380744"/>
          </a:xfrm>
        </p:spPr>
        <p:txBody>
          <a:bodyPr anchor="b">
            <a:normAutofit/>
          </a:bodyPr>
          <a:lstStyle>
            <a:lvl1pPr marL="0" indent="0" algn="l">
              <a:buNone/>
              <a:defRPr sz="18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8" name="Picture Placeholder 6">
            <a:extLst>
              <a:ext uri="{FF2B5EF4-FFF2-40B4-BE49-F238E27FC236}">
                <a16:creationId xmlns:a16="http://schemas.microsoft.com/office/drawing/2014/main" id="{55FC269D-AA10-2D35-8DD6-33E0E2CC4064}"/>
              </a:ext>
            </a:extLst>
          </p:cNvPr>
          <p:cNvSpPr>
            <a:spLocks noGrp="1"/>
          </p:cNvSpPr>
          <p:nvPr>
            <p:ph type="pic" sz="quarter" idx="13"/>
          </p:nvPr>
        </p:nvSpPr>
        <p:spPr>
          <a:xfrm>
            <a:off x="347472" y="343038"/>
            <a:ext cx="6257031" cy="6172200"/>
          </a:xfrm>
          <a:custGeom>
            <a:avLst/>
            <a:gdLst>
              <a:gd name="connsiteX0" fmla="*/ 318609 w 6257031"/>
              <a:gd name="connsiteY0" fmla="*/ 0 h 6172200"/>
              <a:gd name="connsiteX1" fmla="*/ 5938422 w 6257031"/>
              <a:gd name="connsiteY1" fmla="*/ 0 h 6172200"/>
              <a:gd name="connsiteX2" fmla="*/ 6257031 w 6257031"/>
              <a:gd name="connsiteY2" fmla="*/ 318609 h 6172200"/>
              <a:gd name="connsiteX3" fmla="*/ 6257031 w 6257031"/>
              <a:gd name="connsiteY3" fmla="*/ 5853591 h 6172200"/>
              <a:gd name="connsiteX4" fmla="*/ 5938422 w 6257031"/>
              <a:gd name="connsiteY4" fmla="*/ 6172200 h 6172200"/>
              <a:gd name="connsiteX5" fmla="*/ 318609 w 6257031"/>
              <a:gd name="connsiteY5" fmla="*/ 6172200 h 6172200"/>
              <a:gd name="connsiteX6" fmla="*/ 0 w 6257031"/>
              <a:gd name="connsiteY6" fmla="*/ 5853591 h 6172200"/>
              <a:gd name="connsiteX7" fmla="*/ 0 w 6257031"/>
              <a:gd name="connsiteY7" fmla="*/ 318609 h 6172200"/>
              <a:gd name="connsiteX8" fmla="*/ 318609 w 6257031"/>
              <a:gd name="connsiteY8" fmla="*/ 0 h 6172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57031" h="6172200">
                <a:moveTo>
                  <a:pt x="318609" y="0"/>
                </a:moveTo>
                <a:lnTo>
                  <a:pt x="5938422" y="0"/>
                </a:lnTo>
                <a:cubicBezTo>
                  <a:pt x="6114385" y="0"/>
                  <a:pt x="6257031" y="142646"/>
                  <a:pt x="6257031" y="318609"/>
                </a:cubicBezTo>
                <a:lnTo>
                  <a:pt x="6257031" y="5853591"/>
                </a:lnTo>
                <a:cubicBezTo>
                  <a:pt x="6257031" y="6029554"/>
                  <a:pt x="6114385" y="6172200"/>
                  <a:pt x="5938422" y="6172200"/>
                </a:cubicBezTo>
                <a:lnTo>
                  <a:pt x="318609" y="6172200"/>
                </a:lnTo>
                <a:cubicBezTo>
                  <a:pt x="142646" y="6172200"/>
                  <a:pt x="0" y="6029554"/>
                  <a:pt x="0" y="5853591"/>
                </a:cubicBezTo>
                <a:lnTo>
                  <a:pt x="0" y="318609"/>
                </a:lnTo>
                <a:cubicBezTo>
                  <a:pt x="0" y="142646"/>
                  <a:pt x="142646" y="0"/>
                  <a:pt x="318609" y="0"/>
                </a:cubicBezTo>
                <a:close/>
              </a:path>
            </a:pathLst>
          </a:custGeom>
          <a:blipFill>
            <a:blip r:embed="rId2"/>
            <a:stretch>
              <a:fillRect/>
            </a:stretch>
          </a:blipFill>
        </p:spPr>
        <p:txBody>
          <a:bodyPr wrap="square">
            <a:noAutofit/>
          </a:bodyPr>
          <a:lstStyle/>
          <a:p>
            <a:endParaRPr lang="en-US"/>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2"/>
                </a:solidFill>
                <a:effectLst/>
              </a:defRPr>
            </a:lvl1pPr>
          </a:lstStyle>
          <a:p>
            <a:fld id="{971F119C-BE6F-4BD0-96D1-66CA20F2F7B0}" type="datetime1">
              <a:rPr lang="en-US" smtClean="0"/>
              <a:t>11/21/2025</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2"/>
                </a:solidFill>
              </a:defRPr>
            </a:lvl1pPr>
          </a:lstStyle>
          <a:p>
            <a:r>
              <a:rPr lang="en-US"/>
              <a:t>Presented to: Arriba Advisors Prepared by: Shuva Mukhopadhyay</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2"/>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2545141405"/>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userDrawn="1">
          <p15:clr>
            <a:srgbClr val="FBAE40"/>
          </p15:clr>
        </p15:guide>
        <p15:guide id="6" pos="3840" userDrawn="1">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1">
        <a:schemeClr val="bg2"/>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827A12A6-507C-2714-2F24-09ADE11584C5}"/>
              </a:ext>
            </a:extLst>
          </p:cNvPr>
          <p:cNvSpPr/>
          <p:nvPr userDrawn="1"/>
        </p:nvSpPr>
        <p:spPr>
          <a:xfrm>
            <a:off x="0" y="0"/>
            <a:ext cx="12192000" cy="6858000"/>
          </a:xfrm>
          <a:prstGeom prst="rect">
            <a:avLst/>
          </a:prstGeom>
          <a:solidFill>
            <a:schemeClr val="bg2">
              <a:lumMod val="90000"/>
              <a:lumOff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8892EA34-13CC-54C1-DE3D-4F1D5D55C9A7}"/>
              </a:ext>
            </a:extLst>
          </p:cNvPr>
          <p:cNvSpPr>
            <a:spLocks noGrp="1"/>
          </p:cNvSpPr>
          <p:nvPr>
            <p:ph type="title"/>
          </p:nvPr>
        </p:nvSpPr>
        <p:spPr>
          <a:xfrm>
            <a:off x="429768" y="1810512"/>
            <a:ext cx="7772400" cy="4562856"/>
          </a:xfrm>
        </p:spPr>
        <p:txBody>
          <a:bodyPr anchor="b">
            <a:normAutofit/>
          </a:bodyPr>
          <a:lstStyle>
            <a:lvl1pPr>
              <a:defRPr sz="8000">
                <a:solidFill>
                  <a:schemeClr val="tx2"/>
                </a:solidFill>
              </a:defRPr>
            </a:lvl1pPr>
          </a:lstStyle>
          <a:p>
            <a:r>
              <a:rPr lang="en-US"/>
              <a:t>Click to edit Master title style</a:t>
            </a:r>
          </a:p>
        </p:txBody>
      </p:sp>
      <p:sp>
        <p:nvSpPr>
          <p:cNvPr id="3" name="Text Placeholder 2">
            <a:extLst>
              <a:ext uri="{FF2B5EF4-FFF2-40B4-BE49-F238E27FC236}">
                <a16:creationId xmlns:a16="http://schemas.microsoft.com/office/drawing/2014/main" id="{7FDC7299-89AC-DB5B-B75E-E02A0040A62D}"/>
              </a:ext>
            </a:extLst>
          </p:cNvPr>
          <p:cNvSpPr>
            <a:spLocks noGrp="1"/>
          </p:cNvSpPr>
          <p:nvPr>
            <p:ph type="body" idx="1"/>
          </p:nvPr>
        </p:nvSpPr>
        <p:spPr>
          <a:xfrm>
            <a:off x="429768" y="429768"/>
            <a:ext cx="7772400" cy="786384"/>
          </a:xfrm>
        </p:spPr>
        <p:txBody>
          <a:bodyPr>
            <a:normAutofit/>
          </a:bodyPr>
          <a:lstStyle>
            <a:lvl1pPr marL="0" indent="0">
              <a:buNone/>
              <a:defRPr sz="2000">
                <a:solidFill>
                  <a:schemeClr val="tx2"/>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F845713-EE4C-7615-B812-531C14CF0CA2}"/>
              </a:ext>
            </a:extLst>
          </p:cNvPr>
          <p:cNvSpPr>
            <a:spLocks noGrp="1"/>
          </p:cNvSpPr>
          <p:nvPr>
            <p:ph type="dt" sz="half" idx="10"/>
          </p:nvPr>
        </p:nvSpPr>
        <p:spPr/>
        <p:txBody>
          <a:bodyPr/>
          <a:lstStyle>
            <a:lvl1pPr>
              <a:defRPr>
                <a:solidFill>
                  <a:schemeClr val="tx2"/>
                </a:solidFill>
              </a:defRPr>
            </a:lvl1pPr>
          </a:lstStyle>
          <a:p>
            <a:fld id="{B3961C53-DD52-4009-91B9-B3AF53038016}" type="datetime1">
              <a:rPr lang="en-US" smtClean="0"/>
              <a:t>11/21/2025</a:t>
            </a:fld>
            <a:endParaRPr lang="en-US" dirty="0"/>
          </a:p>
        </p:txBody>
      </p:sp>
      <p:sp>
        <p:nvSpPr>
          <p:cNvPr id="5" name="Footer Placeholder 4">
            <a:extLst>
              <a:ext uri="{FF2B5EF4-FFF2-40B4-BE49-F238E27FC236}">
                <a16:creationId xmlns:a16="http://schemas.microsoft.com/office/drawing/2014/main" id="{9F1849E7-8E94-3B02-239C-AAB481596BFD}"/>
              </a:ext>
            </a:extLst>
          </p:cNvPr>
          <p:cNvSpPr>
            <a:spLocks noGrp="1"/>
          </p:cNvSpPr>
          <p:nvPr>
            <p:ph type="ftr" sz="quarter" idx="11"/>
          </p:nvPr>
        </p:nvSpPr>
        <p:spPr/>
        <p:txBody>
          <a:bodyPr/>
          <a:lstStyle>
            <a:lvl1pPr>
              <a:defRPr>
                <a:solidFill>
                  <a:schemeClr val="tx2"/>
                </a:solidFill>
              </a:defRPr>
            </a:lvl1pPr>
          </a:lstStyle>
          <a:p>
            <a:r>
              <a:rPr lang="en-US"/>
              <a:t>Presented to: Arriba Advisors Prepared by: Shuva Mukhopadhyay</a:t>
            </a:r>
            <a:endParaRPr lang="en-US" dirty="0"/>
          </a:p>
        </p:txBody>
      </p:sp>
      <p:sp>
        <p:nvSpPr>
          <p:cNvPr id="6" name="Slide Number Placeholder 5">
            <a:extLst>
              <a:ext uri="{FF2B5EF4-FFF2-40B4-BE49-F238E27FC236}">
                <a16:creationId xmlns:a16="http://schemas.microsoft.com/office/drawing/2014/main" id="{70644BD7-C050-D052-8408-65ADAAF674FF}"/>
              </a:ext>
            </a:extLst>
          </p:cNvPr>
          <p:cNvSpPr>
            <a:spLocks noGrp="1"/>
          </p:cNvSpPr>
          <p:nvPr>
            <p:ph type="sldNum" sz="quarter" idx="12"/>
          </p:nvPr>
        </p:nvSpPr>
        <p:spPr/>
        <p:txBody>
          <a:bodyPr/>
          <a:lstStyle>
            <a:lvl1pPr>
              <a:defRPr>
                <a:solidFill>
                  <a:schemeClr val="tx2"/>
                </a:solidFill>
              </a:defRPr>
            </a:lvl1pPr>
          </a:lstStyle>
          <a:p>
            <a:fld id="{84145AC3-CC88-4C8A-A6CE-8D44921B6A23}" type="slidenum">
              <a:rPr lang="en-US" smtClean="0"/>
              <a:pPr/>
              <a:t>‹#›</a:t>
            </a:fld>
            <a:endParaRPr lang="en-US" dirty="0"/>
          </a:p>
        </p:txBody>
      </p:sp>
    </p:spTree>
    <p:extLst>
      <p:ext uri="{BB962C8B-B14F-4D97-AF65-F5344CB8AC3E}">
        <p14:creationId xmlns:p14="http://schemas.microsoft.com/office/powerpoint/2010/main" val="1480099414"/>
      </p:ext>
    </p:extLst>
  </p:cSld>
  <p:clrMapOvr>
    <a:overrideClrMapping bg1="dk1" tx1="lt1" bg2="dk2" tx2="lt2" accent1="accent1" accent2="accent2" accent3="accent3" accent4="accent4" accent5="accent5" accent6="accent6" hlink="hlink" folHlink="folHlink"/>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secHead" preserve="1">
  <p:cSld name="1_Section Header">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92EA34-13CC-54C1-DE3D-4F1D5D55C9A7}"/>
              </a:ext>
            </a:extLst>
          </p:cNvPr>
          <p:cNvSpPr>
            <a:spLocks noGrp="1"/>
          </p:cNvSpPr>
          <p:nvPr>
            <p:ph type="title"/>
          </p:nvPr>
        </p:nvSpPr>
        <p:spPr>
          <a:xfrm>
            <a:off x="429768" y="1810512"/>
            <a:ext cx="7772400" cy="4562856"/>
          </a:xfrm>
        </p:spPr>
        <p:txBody>
          <a:bodyPr anchor="b">
            <a:normAutofit/>
          </a:bodyPr>
          <a:lstStyle>
            <a:lvl1pPr>
              <a:defRPr sz="8000">
                <a:solidFill>
                  <a:schemeClr val="bg1"/>
                </a:solidFill>
              </a:defRPr>
            </a:lvl1pPr>
          </a:lstStyle>
          <a:p>
            <a:r>
              <a:rPr lang="en-US" dirty="0"/>
              <a:t>Click to edit Master title style</a:t>
            </a:r>
          </a:p>
        </p:txBody>
      </p:sp>
      <p:sp>
        <p:nvSpPr>
          <p:cNvPr id="3" name="Text Placeholder 2">
            <a:extLst>
              <a:ext uri="{FF2B5EF4-FFF2-40B4-BE49-F238E27FC236}">
                <a16:creationId xmlns:a16="http://schemas.microsoft.com/office/drawing/2014/main" id="{7FDC7299-89AC-DB5B-B75E-E02A0040A62D}"/>
              </a:ext>
            </a:extLst>
          </p:cNvPr>
          <p:cNvSpPr>
            <a:spLocks noGrp="1"/>
          </p:cNvSpPr>
          <p:nvPr>
            <p:ph type="body" idx="1"/>
          </p:nvPr>
        </p:nvSpPr>
        <p:spPr>
          <a:xfrm>
            <a:off x="429768" y="429768"/>
            <a:ext cx="7772400" cy="786384"/>
          </a:xfrm>
        </p:spPr>
        <p:txBody>
          <a:bodyPr>
            <a:normAutofit/>
          </a:bodyPr>
          <a:lstStyle>
            <a:lvl1pPr marL="0" indent="0">
              <a:buNone/>
              <a:defRPr sz="2000">
                <a:solidFill>
                  <a:schemeClr val="bg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p>
        </p:txBody>
      </p:sp>
      <p:sp>
        <p:nvSpPr>
          <p:cNvPr id="4" name="Date Placeholder 3">
            <a:extLst>
              <a:ext uri="{FF2B5EF4-FFF2-40B4-BE49-F238E27FC236}">
                <a16:creationId xmlns:a16="http://schemas.microsoft.com/office/drawing/2014/main" id="{8F845713-EE4C-7615-B812-531C14CF0CA2}"/>
              </a:ext>
            </a:extLst>
          </p:cNvPr>
          <p:cNvSpPr>
            <a:spLocks noGrp="1"/>
          </p:cNvSpPr>
          <p:nvPr>
            <p:ph type="dt" sz="half" idx="10"/>
          </p:nvPr>
        </p:nvSpPr>
        <p:spPr/>
        <p:txBody>
          <a:bodyPr/>
          <a:lstStyle>
            <a:lvl1pPr>
              <a:defRPr>
                <a:solidFill>
                  <a:schemeClr val="bg1"/>
                </a:solidFill>
              </a:defRPr>
            </a:lvl1pPr>
          </a:lstStyle>
          <a:p>
            <a:fld id="{7B194655-B702-4EBB-9AA1-174A40A22096}" type="datetime1">
              <a:rPr lang="en-US" smtClean="0"/>
              <a:t>11/21/2025</a:t>
            </a:fld>
            <a:endParaRPr lang="en-US" dirty="0"/>
          </a:p>
        </p:txBody>
      </p:sp>
      <p:sp>
        <p:nvSpPr>
          <p:cNvPr id="5" name="Footer Placeholder 4">
            <a:extLst>
              <a:ext uri="{FF2B5EF4-FFF2-40B4-BE49-F238E27FC236}">
                <a16:creationId xmlns:a16="http://schemas.microsoft.com/office/drawing/2014/main" id="{9F1849E7-8E94-3B02-239C-AAB481596BFD}"/>
              </a:ext>
            </a:extLst>
          </p:cNvPr>
          <p:cNvSpPr>
            <a:spLocks noGrp="1"/>
          </p:cNvSpPr>
          <p:nvPr>
            <p:ph type="ftr" sz="quarter" idx="11"/>
          </p:nvPr>
        </p:nvSpPr>
        <p:spPr/>
        <p:txBody>
          <a:bodyPr/>
          <a:lstStyle>
            <a:lvl1pPr>
              <a:defRPr>
                <a:solidFill>
                  <a:schemeClr val="bg1"/>
                </a:solidFill>
              </a:defRPr>
            </a:lvl1pPr>
          </a:lstStyle>
          <a:p>
            <a:r>
              <a:rPr lang="en-US"/>
              <a:t>Presented to: Arriba Advisors Prepared by: Shuva Mukhopadhyay</a:t>
            </a:r>
            <a:endParaRPr lang="en-US" dirty="0"/>
          </a:p>
        </p:txBody>
      </p:sp>
      <p:sp>
        <p:nvSpPr>
          <p:cNvPr id="6" name="Slide Number Placeholder 5">
            <a:extLst>
              <a:ext uri="{FF2B5EF4-FFF2-40B4-BE49-F238E27FC236}">
                <a16:creationId xmlns:a16="http://schemas.microsoft.com/office/drawing/2014/main" id="{70644BD7-C050-D052-8408-65ADAAF674FF}"/>
              </a:ext>
            </a:extLst>
          </p:cNvPr>
          <p:cNvSpPr>
            <a:spLocks noGrp="1"/>
          </p:cNvSpPr>
          <p:nvPr>
            <p:ph type="sldNum" sz="quarter" idx="12"/>
          </p:nvPr>
        </p:nvSpPr>
        <p:spPr/>
        <p:txBody>
          <a:bodyPr/>
          <a:lstStyle>
            <a:lvl1pPr>
              <a:defRPr>
                <a:solidFill>
                  <a:schemeClr val="bg1"/>
                </a:solidFill>
              </a:defRPr>
            </a:lvl1pPr>
          </a:lstStyle>
          <a:p>
            <a:fld id="{84145AC3-CC88-4C8A-A6CE-8D44921B6A23}" type="slidenum">
              <a:rPr lang="en-US" smtClean="0"/>
              <a:pPr/>
              <a:t>‹#›</a:t>
            </a:fld>
            <a:endParaRPr lang="en-US" dirty="0"/>
          </a:p>
        </p:txBody>
      </p:sp>
    </p:spTree>
    <p:extLst>
      <p:ext uri="{BB962C8B-B14F-4D97-AF65-F5344CB8AC3E}">
        <p14:creationId xmlns:p14="http://schemas.microsoft.com/office/powerpoint/2010/main" val="560156299"/>
      </p:ext>
    </p:extLst>
  </p:cSld>
  <p:clrMapOvr>
    <a:overrideClrMapping bg1="dk1" tx1="lt1" bg2="dk2" tx2="lt2" accent1="accent1" accent2="accent2" accent3="accent3" accent4="accent4" accent5="accent5" accent6="accent6" hlink="hlink" folHlink="folHlink"/>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Agenda">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429768" y="411480"/>
            <a:ext cx="11045952" cy="1828800"/>
          </a:xfrm>
        </p:spPr>
        <p:txBody>
          <a:bodyPr anchor="t">
            <a:normAutofit/>
          </a:bodyPr>
          <a:lstStyle>
            <a:lvl1pPr>
              <a:defRPr sz="8000"/>
            </a:lvl1pPr>
          </a:lstStyle>
          <a:p>
            <a:r>
              <a:rPr lang="en-US" dirty="0"/>
              <a:t>Click to edit Master title style</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272784" y="2423160"/>
            <a:ext cx="5202936" cy="3858768"/>
          </a:xfrm>
        </p:spPr>
        <p:txBody>
          <a:bodyPr vert="horz" lIns="91440" tIns="45720" rIns="91440" bIns="45720" rtlCol="0">
            <a:normAutofit/>
          </a:bodyPr>
          <a:lstStyle>
            <a:lvl1pPr marL="457200" indent="-457200">
              <a:buFont typeface="+mj-lt"/>
              <a:buAutoNum type="arabicPeriod"/>
              <a:defRPr lang="en-US" dirty="0"/>
            </a:lvl1pPr>
            <a:lvl2pPr marL="571500" indent="-342900">
              <a:buFont typeface="+mj-lt"/>
              <a:buAutoNum type="arabicPeriod"/>
              <a:defRPr lang="en-US" dirty="0"/>
            </a:lvl2pPr>
            <a:lvl3pPr marL="800100" indent="-342900">
              <a:buFont typeface="+mj-lt"/>
              <a:buAutoNum type="arabicPeriod"/>
              <a:defRPr lang="en-US" dirty="0"/>
            </a:lvl3pPr>
            <a:lvl4pPr>
              <a:buFont typeface="+mj-lt"/>
              <a:buAutoNum type="arabicPeriod"/>
              <a:defRPr lang="en-US" dirty="0"/>
            </a:lvl4pPr>
            <a:lvl5pPr>
              <a:buFont typeface="+mj-lt"/>
              <a:buAutoNum type="arabicPeriod"/>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p:txBody>
          <a:bodyPr/>
          <a:lstStyle/>
          <a:p>
            <a:fld id="{A9BBFB3D-34A3-4DF3-A945-ECF7268A2530}" type="datetime1">
              <a:rPr lang="en-US" smtClean="0"/>
              <a:t>11/21/2025</a:t>
            </a:fld>
            <a:endParaRPr lang="en-US" dirty="0"/>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lstStyle/>
          <a:p>
            <a:r>
              <a:rPr lang="en-US"/>
              <a:t>Presented to: Arriba Advisors Prepared by: Shuva Mukhopadhyay</a:t>
            </a:r>
            <a:endParaRPr lang="en-US" dirty="0"/>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991323010"/>
      </p:ext>
    </p:extLst>
  </p:cSld>
  <p:clrMapOvr>
    <a:overrideClrMapping bg1="lt1" tx1="dk1" bg2="lt2" tx2="dk2" accent1="accent1" accent2="accent2" accent3="accent3" accent4="accent4" accent5="accent5" accent6="accent6" hlink="hlink" folHlink="folHlink"/>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Agenda 2">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7644383" y="1012952"/>
            <a:ext cx="4023360" cy="1636776"/>
          </a:xfrm>
        </p:spPr>
        <p:txBody>
          <a:bodyPr anchor="b">
            <a:normAutofit/>
          </a:bodyPr>
          <a:lstStyle>
            <a:lvl1pPr>
              <a:defRPr sz="4800"/>
            </a:lvl1pPr>
          </a:lstStyle>
          <a:p>
            <a:r>
              <a:rPr lang="en-US"/>
              <a:t>Click to edit Master title style</a:t>
            </a:r>
          </a:p>
        </p:txBody>
      </p:sp>
      <p:sp>
        <p:nvSpPr>
          <p:cNvPr id="10" name="Picture Placeholder 7">
            <a:extLst>
              <a:ext uri="{FF2B5EF4-FFF2-40B4-BE49-F238E27FC236}">
                <a16:creationId xmlns:a16="http://schemas.microsoft.com/office/drawing/2014/main" id="{BA22E09C-1954-DBFC-E669-2449D22D2D2E}"/>
              </a:ext>
            </a:extLst>
          </p:cNvPr>
          <p:cNvSpPr>
            <a:spLocks noGrp="1"/>
          </p:cNvSpPr>
          <p:nvPr>
            <p:ph type="pic" sz="quarter" idx="14"/>
          </p:nvPr>
        </p:nvSpPr>
        <p:spPr>
          <a:xfrm>
            <a:off x="342901" y="345109"/>
            <a:ext cx="6714969" cy="6163508"/>
          </a:xfrm>
          <a:custGeom>
            <a:avLst/>
            <a:gdLst>
              <a:gd name="connsiteX0" fmla="*/ 312551 w 6714969"/>
              <a:gd name="connsiteY0" fmla="*/ 0 h 6163508"/>
              <a:gd name="connsiteX1" fmla="*/ 6402418 w 6714969"/>
              <a:gd name="connsiteY1" fmla="*/ 0 h 6163508"/>
              <a:gd name="connsiteX2" fmla="*/ 6714969 w 6714969"/>
              <a:gd name="connsiteY2" fmla="*/ 312551 h 6163508"/>
              <a:gd name="connsiteX3" fmla="*/ 6714969 w 6714969"/>
              <a:gd name="connsiteY3" fmla="*/ 5850957 h 6163508"/>
              <a:gd name="connsiteX4" fmla="*/ 6402418 w 6714969"/>
              <a:gd name="connsiteY4" fmla="*/ 6163508 h 6163508"/>
              <a:gd name="connsiteX5" fmla="*/ 312551 w 6714969"/>
              <a:gd name="connsiteY5" fmla="*/ 6163508 h 6163508"/>
              <a:gd name="connsiteX6" fmla="*/ 0 w 6714969"/>
              <a:gd name="connsiteY6" fmla="*/ 5850957 h 6163508"/>
              <a:gd name="connsiteX7" fmla="*/ 0 w 6714969"/>
              <a:gd name="connsiteY7" fmla="*/ 312551 h 6163508"/>
              <a:gd name="connsiteX8" fmla="*/ 312551 w 6714969"/>
              <a:gd name="connsiteY8" fmla="*/ 0 h 61635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714969" h="6163508">
                <a:moveTo>
                  <a:pt x="312551" y="0"/>
                </a:moveTo>
                <a:lnTo>
                  <a:pt x="6402418" y="0"/>
                </a:lnTo>
                <a:cubicBezTo>
                  <a:pt x="6575035" y="0"/>
                  <a:pt x="6714969" y="139934"/>
                  <a:pt x="6714969" y="312551"/>
                </a:cubicBezTo>
                <a:lnTo>
                  <a:pt x="6714969" y="5850957"/>
                </a:lnTo>
                <a:cubicBezTo>
                  <a:pt x="6714969" y="6023574"/>
                  <a:pt x="6575035" y="6163508"/>
                  <a:pt x="6402418" y="6163508"/>
                </a:cubicBezTo>
                <a:lnTo>
                  <a:pt x="312551" y="6163508"/>
                </a:lnTo>
                <a:cubicBezTo>
                  <a:pt x="139934" y="6163508"/>
                  <a:pt x="0" y="6023574"/>
                  <a:pt x="0" y="5850957"/>
                </a:cubicBezTo>
                <a:lnTo>
                  <a:pt x="0" y="312551"/>
                </a:lnTo>
                <a:cubicBezTo>
                  <a:pt x="0" y="139934"/>
                  <a:pt x="139934" y="0"/>
                  <a:pt x="312551" y="0"/>
                </a:cubicBezTo>
                <a:close/>
              </a:path>
            </a:pathLst>
          </a:custGeom>
          <a:blipFill>
            <a:blip r:embed="rId2"/>
            <a:stretch>
              <a:fillRect/>
            </a:stretch>
          </a:blipFill>
        </p:spPr>
        <p:txBody>
          <a:bodyPr wrap="square">
            <a:noAutofit/>
          </a:bodyPr>
          <a:lstStyle/>
          <a:p>
            <a:endParaRPr lang="en-US" dirty="0"/>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7644384" y="2896616"/>
            <a:ext cx="4023360" cy="3364992"/>
          </a:xfrm>
        </p:spPr>
        <p:txBody>
          <a:bodyPr vert="horz" lIns="91440" tIns="45720" rIns="91440" bIns="45720" rtlCol="0">
            <a:normAutofit/>
          </a:bodyPr>
          <a:lstStyle>
            <a:lvl1pPr marL="342900" indent="-342900">
              <a:buFont typeface="+mj-lt"/>
              <a:buAutoNum type="arabicPeriod"/>
              <a:defRPr lang="en-US" dirty="0"/>
            </a:lvl1pPr>
            <a:lvl2pPr marL="571500" indent="-342900">
              <a:buFont typeface="+mj-lt"/>
              <a:buAutoNum type="arabicPeriod"/>
              <a:defRPr lang="en-US" dirty="0"/>
            </a:lvl2pPr>
            <a:lvl3pPr marL="800100" indent="-342900">
              <a:buFont typeface="+mj-lt"/>
              <a:buAutoNum type="arabicPeriod"/>
              <a:defRPr lang="en-US" dirty="0"/>
            </a:lvl3pPr>
            <a:lvl4pPr>
              <a:buFont typeface="+mj-lt"/>
              <a:buAutoNum type="arabicPeriod"/>
              <a:defRPr lang="en-US" dirty="0"/>
            </a:lvl4pPr>
            <a:lvl5pPr>
              <a:buFont typeface="+mj-lt"/>
              <a:buAutoNum type="arabicPeriod"/>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p:txBody>
          <a:bodyPr/>
          <a:lstStyle/>
          <a:p>
            <a:fld id="{42C26F2E-3CE5-468B-8149-A04E4EE1FCBD}" type="datetime1">
              <a:rPr lang="en-US" smtClean="0"/>
              <a:t>11/21/2025</a:t>
            </a:fld>
            <a:endParaRPr lang="en-US" dirty="0"/>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lstStyle/>
          <a:p>
            <a:r>
              <a:rPr lang="en-US"/>
              <a:t>Presented to: Arriba Advisors Prepared by: Shuva Mukhopadhyay</a:t>
            </a:r>
            <a:endParaRPr lang="en-US" dirty="0"/>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2471055822"/>
      </p:ext>
    </p:extLst>
  </p:cSld>
  <p:clrMapOvr>
    <a:overrideClrMapping bg1="lt1" tx1="dk1" bg2="lt2" tx2="dk2" accent1="accent1" accent2="accent2" accent3="accent3" accent4="accent4" accent5="accent5" accent6="accent6" hlink="hlink" folHlink="folHlink"/>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 preserve="1">
  <p:cSld name="Title, Content 1 (Max)">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37159" y="151598"/>
            <a:ext cx="11924209" cy="528186"/>
          </a:xfrm>
        </p:spPr>
        <p:txBody>
          <a:bodyPr anchor="ctr">
            <a:normAutofit/>
          </a:bodyPr>
          <a:lstStyle>
            <a:lvl1pPr>
              <a:defRPr sz="2400"/>
            </a:lvl1pPr>
          </a:lstStyle>
          <a:p>
            <a:r>
              <a:rPr lang="en-US"/>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137159" y="776036"/>
            <a:ext cx="11924209" cy="567696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899A2305-7B11-4648-ABE2-839420DB62BC}" type="datetime1">
              <a:rPr lang="en-US" smtClean="0"/>
              <a:t>11/21/2025</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Presented to: Arriba Advisors Prepared by: Shuva Mukhopadhyay</a:t>
            </a:r>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80617076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ontent Only (Max)">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841248" y="-1325880"/>
            <a:ext cx="10515600" cy="1325880"/>
          </a:xfrm>
        </p:spPr>
        <p:txBody>
          <a:bodyPr anchor="b">
            <a:normAutofit/>
          </a:bodyPr>
          <a:lstStyle>
            <a:lvl1pPr>
              <a:defRPr sz="2400"/>
            </a:lvl1pPr>
          </a:lstStyle>
          <a:p>
            <a:r>
              <a:rPr lang="en-US"/>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137159" y="329450"/>
            <a:ext cx="11924209" cy="61991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03E2D916-E373-4E24-AF10-1B871C8CF9CE}" type="datetime1">
              <a:rPr lang="en-US" smtClean="0"/>
              <a:t>11/21/2025</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Presented to: Arriba Advisors Prepared by: Shuva Mukhopadhyay</a:t>
            </a:r>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1021068654"/>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obj" preserve="1">
  <p:cSld name="Title, Content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29767" y="640080"/>
            <a:ext cx="11328845" cy="740664"/>
          </a:xfrm>
        </p:spPr>
        <p:txBody>
          <a:bodyPr anchor="t"/>
          <a:lstStyle/>
          <a:p>
            <a:r>
              <a:rPr lang="en-US"/>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429768" y="1380744"/>
            <a:ext cx="11328844" cy="490118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A4E0340B-8A93-4531-B121-D1EA22EB605C}" type="datetime1">
              <a:rPr lang="en-US" smtClean="0"/>
              <a:t>11/21/2025</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Presented to: Arriba Advisors Prepared by: Shuva Mukhopadhyay</a:t>
            </a:r>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14779642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itle, 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014984" y="2478024"/>
            <a:ext cx="4325112" cy="2454796"/>
          </a:xfrm>
        </p:spPr>
        <p:txBody>
          <a:bodyPr anchor="t">
            <a:normAutofit/>
          </a:bodyPr>
          <a:lstStyle>
            <a:lvl1pPr>
              <a:defRPr sz="4400"/>
            </a:lvl1pPr>
          </a:lstStyle>
          <a:p>
            <a:r>
              <a:rPr lang="en-US"/>
              <a:t>Click to edit Master title style</a:t>
            </a:r>
          </a:p>
        </p:txBody>
      </p:sp>
      <p:sp>
        <p:nvSpPr>
          <p:cNvPr id="8" name="Content Placeholder 7">
            <a:extLst>
              <a:ext uri="{FF2B5EF4-FFF2-40B4-BE49-F238E27FC236}">
                <a16:creationId xmlns:a16="http://schemas.microsoft.com/office/drawing/2014/main" id="{7D633F00-464B-3088-812A-40496FD1021A}"/>
              </a:ext>
            </a:extLst>
          </p:cNvPr>
          <p:cNvSpPr>
            <a:spLocks noGrp="1"/>
          </p:cNvSpPr>
          <p:nvPr>
            <p:ph sz="quarter" idx="13"/>
          </p:nvPr>
        </p:nvSpPr>
        <p:spPr>
          <a:xfrm>
            <a:off x="6273800" y="2478024"/>
            <a:ext cx="4325112" cy="2459736"/>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622338F5-2783-4A51-80D0-83DC11A232CB}" type="datetime1">
              <a:rPr lang="en-US" smtClean="0"/>
              <a:t>11/21/2025</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Presented to: Arriba Advisors Prepared by: Shuva Mukhopadhyay</a:t>
            </a:r>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85641272"/>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itle, 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014984" y="2039112"/>
            <a:ext cx="3813048" cy="3538728"/>
          </a:xfrm>
        </p:spPr>
        <p:txBody>
          <a:bodyPr anchor="t">
            <a:normAutofit/>
          </a:bodyPr>
          <a:lstStyle>
            <a:lvl1pPr>
              <a:defRPr sz="3200"/>
            </a:lvl1pPr>
          </a:lstStyle>
          <a:p>
            <a:r>
              <a:rPr lang="en-US"/>
              <a:t>Click to edit Master title style</a:t>
            </a:r>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5422392" y="2039112"/>
            <a:ext cx="5047488" cy="3538728"/>
          </a:xfrm>
        </p:spPr>
        <p:txBody>
          <a:bodyPr vert="horz" lIns="91440" tIns="45720" rIns="91440" bIns="45720" rtlCol="0">
            <a:normAutofit/>
          </a:bodyPr>
          <a:lstStyle>
            <a:lvl1pPr>
              <a:defRPr lang="en-US"/>
            </a:lvl1pPr>
            <a:lvl2pPr>
              <a:defRPr lang="en-US"/>
            </a:lvl2pPr>
            <a:lvl3pPr>
              <a:defRPr lang="en-US"/>
            </a:lvl3pPr>
            <a:lvl4pPr>
              <a:defRPr lang="en-US"/>
            </a:lvl4pPr>
            <a:lvl5pPr>
              <a:defRPr lang="en-US"/>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032B2D10-9E0F-491D-935F-43F31A7BA6E8}" type="datetime1">
              <a:rPr lang="en-US" smtClean="0"/>
              <a:t>11/21/2025</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Presented to: Arriba Advisors Prepared by: Shuva Mukhopadhyay</a:t>
            </a:r>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318390583"/>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itle, Content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29768" y="1600200"/>
            <a:ext cx="4142232" cy="4636008"/>
          </a:xfrm>
        </p:spPr>
        <p:txBody>
          <a:bodyPr anchor="t">
            <a:normAutofit/>
          </a:bodyPr>
          <a:lstStyle>
            <a:lvl1pPr>
              <a:defRPr sz="3200"/>
            </a:lvl1pPr>
          </a:lstStyle>
          <a:p>
            <a:r>
              <a:rPr lang="en-US"/>
              <a:t>Click to edit Master title style</a:t>
            </a:r>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5422392" y="1600200"/>
            <a:ext cx="5788152" cy="4636008"/>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449EBEB8-A3E0-421C-B262-9671DAD3B7C5}" type="datetime1">
              <a:rPr lang="en-US" smtClean="0"/>
              <a:t>11/21/2025</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Presented to: Arriba Advisors Prepared by: Shuva Mukhopadhyay</a:t>
            </a:r>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965367129"/>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itle, Content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29768" y="640080"/>
            <a:ext cx="4032504" cy="3621024"/>
          </a:xfrm>
        </p:spPr>
        <p:txBody>
          <a:bodyPr anchor="t">
            <a:normAutofit/>
          </a:bodyPr>
          <a:lstStyle>
            <a:lvl1pPr>
              <a:defRPr sz="3200"/>
            </a:lvl1pPr>
          </a:lstStyle>
          <a:p>
            <a:r>
              <a:rPr lang="en-US"/>
              <a:t>Click to edit Master title style</a:t>
            </a:r>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5422392" y="640080"/>
            <a:ext cx="5971032" cy="5724144"/>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78BBDE91-81C7-4441-BC5A-85FABDF956E2}" type="datetime1">
              <a:rPr lang="en-US" smtClean="0"/>
              <a:t>11/21/2025</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Presented to: Arriba Advisors Prepared by: Shuva Mukhopadhyay</a:t>
            </a:r>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4027092985"/>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itle, Content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29768" y="640080"/>
            <a:ext cx="3493008" cy="3621024"/>
          </a:xfrm>
        </p:spPr>
        <p:txBody>
          <a:bodyPr vert="horz" lIns="91440" tIns="45720" rIns="91440" bIns="45720" rtlCol="0" anchor="t">
            <a:normAutofit/>
          </a:bodyPr>
          <a:lstStyle>
            <a:lvl1pPr>
              <a:defRPr lang="en-US" dirty="0"/>
            </a:lvl1pPr>
          </a:lstStyle>
          <a:p>
            <a:pPr lvl="0"/>
            <a:r>
              <a:rPr lang="en-US"/>
              <a:t>Click to edit Master title style</a:t>
            </a:r>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4425696" y="640080"/>
            <a:ext cx="7159752" cy="57197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6A645305-B617-405E-A0DF-425A5CB5F6CC}" type="datetime1">
              <a:rPr lang="en-US" smtClean="0"/>
              <a:t>11/21/2025</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Presented to: Arriba Advisors Prepared by: Shuva Mukhopadhyay</a:t>
            </a:r>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1318764419"/>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itle, Content Photo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550408" y="548640"/>
            <a:ext cx="6035040" cy="1143000"/>
          </a:xfrm>
        </p:spPr>
        <p:txBody>
          <a:bodyPr anchor="b"/>
          <a:lstStyle/>
          <a:p>
            <a:r>
              <a:rPr lang="en-US"/>
              <a:t>Click to edit Master title style</a:t>
            </a:r>
          </a:p>
        </p:txBody>
      </p:sp>
      <p:sp>
        <p:nvSpPr>
          <p:cNvPr id="4" name="Picture Placeholder 3">
            <a:extLst>
              <a:ext uri="{FF2B5EF4-FFF2-40B4-BE49-F238E27FC236}">
                <a16:creationId xmlns:a16="http://schemas.microsoft.com/office/drawing/2014/main" id="{EF226A48-373B-47E6-1E90-9892366CC9F0}"/>
              </a:ext>
            </a:extLst>
          </p:cNvPr>
          <p:cNvSpPr>
            <a:spLocks noGrp="1"/>
          </p:cNvSpPr>
          <p:nvPr>
            <p:ph type="pic" sz="quarter" idx="13"/>
          </p:nvPr>
        </p:nvSpPr>
        <p:spPr>
          <a:xfrm>
            <a:off x="342900" y="342900"/>
            <a:ext cx="4501152" cy="6172200"/>
          </a:xfrm>
          <a:custGeom>
            <a:avLst/>
            <a:gdLst>
              <a:gd name="connsiteX0" fmla="*/ 332635 w 4501152"/>
              <a:gd name="connsiteY0" fmla="*/ 0 h 6172200"/>
              <a:gd name="connsiteX1" fmla="*/ 4168517 w 4501152"/>
              <a:gd name="connsiteY1" fmla="*/ 0 h 6172200"/>
              <a:gd name="connsiteX2" fmla="*/ 4501152 w 4501152"/>
              <a:gd name="connsiteY2" fmla="*/ 331423 h 6172200"/>
              <a:gd name="connsiteX3" fmla="*/ 4501152 w 4501152"/>
              <a:gd name="connsiteY3" fmla="*/ 5840778 h 6172200"/>
              <a:gd name="connsiteX4" fmla="*/ 4168517 w 4501152"/>
              <a:gd name="connsiteY4" fmla="*/ 6172200 h 6172200"/>
              <a:gd name="connsiteX5" fmla="*/ 332635 w 4501152"/>
              <a:gd name="connsiteY5" fmla="*/ 6172200 h 6172200"/>
              <a:gd name="connsiteX6" fmla="*/ 0 w 4501152"/>
              <a:gd name="connsiteY6" fmla="*/ 5840778 h 6172200"/>
              <a:gd name="connsiteX7" fmla="*/ 0 w 4501152"/>
              <a:gd name="connsiteY7" fmla="*/ 331423 h 6172200"/>
              <a:gd name="connsiteX8" fmla="*/ 332635 w 4501152"/>
              <a:gd name="connsiteY8" fmla="*/ 0 h 6172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501152" h="6172200">
                <a:moveTo>
                  <a:pt x="332635" y="0"/>
                </a:moveTo>
                <a:lnTo>
                  <a:pt x="4168517" y="0"/>
                </a:lnTo>
                <a:cubicBezTo>
                  <a:pt x="4352226" y="0"/>
                  <a:pt x="4501152" y="148383"/>
                  <a:pt x="4501152" y="331423"/>
                </a:cubicBezTo>
                <a:lnTo>
                  <a:pt x="4501152" y="5840778"/>
                </a:lnTo>
                <a:cubicBezTo>
                  <a:pt x="4501152" y="6023817"/>
                  <a:pt x="4352226" y="6172200"/>
                  <a:pt x="4168517" y="6172200"/>
                </a:cubicBezTo>
                <a:lnTo>
                  <a:pt x="332635" y="6172200"/>
                </a:lnTo>
                <a:cubicBezTo>
                  <a:pt x="148926" y="6172200"/>
                  <a:pt x="0" y="6023817"/>
                  <a:pt x="0" y="5840778"/>
                </a:cubicBezTo>
                <a:lnTo>
                  <a:pt x="0" y="331423"/>
                </a:lnTo>
                <a:cubicBezTo>
                  <a:pt x="0" y="148383"/>
                  <a:pt x="148926" y="0"/>
                  <a:pt x="332635" y="0"/>
                </a:cubicBezTo>
                <a:close/>
              </a:path>
            </a:pathLst>
          </a:custGeom>
          <a:blipFill>
            <a:blip r:embed="rId2"/>
            <a:stretch>
              <a:fillRect/>
            </a:stretch>
          </a:blipFill>
        </p:spPr>
        <p:txBody>
          <a:bodyPr wrap="square">
            <a:noAutofit/>
          </a:bodyPr>
          <a:lstStyle/>
          <a:p>
            <a:endParaRPr lang="en-US" dirty="0"/>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5550408" y="1828800"/>
            <a:ext cx="6035040" cy="44897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effectLst/>
              </a:defRPr>
            </a:lvl1pPr>
          </a:lstStyle>
          <a:p>
            <a:fld id="{63E4A447-81C7-4CAB-8BFF-8AE944C1D685}" type="datetime1">
              <a:rPr lang="en-US" smtClean="0"/>
              <a:t>11/21/2025</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Presented to: Arriba Advisors Prepared by: Shuva Mukhopadhyay</a:t>
            </a:r>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738065606"/>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Title, Content Photo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29768" y="548640"/>
            <a:ext cx="6135624" cy="1143000"/>
          </a:xfrm>
        </p:spPr>
        <p:txBody>
          <a:bodyPr anchor="b"/>
          <a:lstStyle/>
          <a:p>
            <a:r>
              <a:rPr lang="en-US"/>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429768" y="1828800"/>
            <a:ext cx="6135624" cy="4489704"/>
          </a:xfrm>
        </p:spPr>
        <p:txBody>
          <a:bodyPr/>
          <a:lstStyle>
            <a:lvl1pPr marL="0" indent="0">
              <a:buNone/>
              <a:defRPr/>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04E7DFD0-8847-4BB4-BB0E-A52CA19703EA}" type="datetime1">
              <a:rPr lang="en-US" smtClean="0"/>
              <a:t>11/21/2025</a:t>
            </a:fld>
            <a:endParaRPr lang="en-US" dirty="0"/>
          </a:p>
        </p:txBody>
      </p:sp>
      <p:sp>
        <p:nvSpPr>
          <p:cNvPr id="4" name="Picture Placeholder 3">
            <a:extLst>
              <a:ext uri="{FF2B5EF4-FFF2-40B4-BE49-F238E27FC236}">
                <a16:creationId xmlns:a16="http://schemas.microsoft.com/office/drawing/2014/main" id="{7F11DC52-D1FD-A255-1A04-7A15A9DE3C8F}"/>
              </a:ext>
            </a:extLst>
          </p:cNvPr>
          <p:cNvSpPr>
            <a:spLocks noGrp="1"/>
          </p:cNvSpPr>
          <p:nvPr>
            <p:ph type="pic" sz="quarter" idx="13"/>
          </p:nvPr>
        </p:nvSpPr>
        <p:spPr>
          <a:xfrm>
            <a:off x="7353304" y="352327"/>
            <a:ext cx="4495799" cy="6172200"/>
          </a:xfrm>
          <a:custGeom>
            <a:avLst/>
            <a:gdLst>
              <a:gd name="connsiteX0" fmla="*/ 293171 w 4495799"/>
              <a:gd name="connsiteY0" fmla="*/ 0 h 6172200"/>
              <a:gd name="connsiteX1" fmla="*/ 4202628 w 4495799"/>
              <a:gd name="connsiteY1" fmla="*/ 0 h 6172200"/>
              <a:gd name="connsiteX2" fmla="*/ 4495799 w 4495799"/>
              <a:gd name="connsiteY2" fmla="*/ 293171 h 6172200"/>
              <a:gd name="connsiteX3" fmla="*/ 4495799 w 4495799"/>
              <a:gd name="connsiteY3" fmla="*/ 5879029 h 6172200"/>
              <a:gd name="connsiteX4" fmla="*/ 4202628 w 4495799"/>
              <a:gd name="connsiteY4" fmla="*/ 6172200 h 6172200"/>
              <a:gd name="connsiteX5" fmla="*/ 293171 w 4495799"/>
              <a:gd name="connsiteY5" fmla="*/ 6172200 h 6172200"/>
              <a:gd name="connsiteX6" fmla="*/ 0 w 4495799"/>
              <a:gd name="connsiteY6" fmla="*/ 5879029 h 6172200"/>
              <a:gd name="connsiteX7" fmla="*/ 0 w 4495799"/>
              <a:gd name="connsiteY7" fmla="*/ 293171 h 6172200"/>
              <a:gd name="connsiteX8" fmla="*/ 293171 w 4495799"/>
              <a:gd name="connsiteY8" fmla="*/ 0 h 6172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495799" h="6172200">
                <a:moveTo>
                  <a:pt x="293171" y="0"/>
                </a:moveTo>
                <a:lnTo>
                  <a:pt x="4202628" y="0"/>
                </a:lnTo>
                <a:cubicBezTo>
                  <a:pt x="4364542" y="0"/>
                  <a:pt x="4495799" y="131257"/>
                  <a:pt x="4495799" y="293171"/>
                </a:cubicBezTo>
                <a:lnTo>
                  <a:pt x="4495799" y="5879029"/>
                </a:lnTo>
                <a:cubicBezTo>
                  <a:pt x="4495799" y="6040943"/>
                  <a:pt x="4364542" y="6172200"/>
                  <a:pt x="4202628" y="6172200"/>
                </a:cubicBezTo>
                <a:lnTo>
                  <a:pt x="293171" y="6172200"/>
                </a:lnTo>
                <a:cubicBezTo>
                  <a:pt x="131257" y="6172200"/>
                  <a:pt x="0" y="6040943"/>
                  <a:pt x="0" y="5879029"/>
                </a:cubicBezTo>
                <a:lnTo>
                  <a:pt x="0" y="293171"/>
                </a:lnTo>
                <a:cubicBezTo>
                  <a:pt x="0" y="131257"/>
                  <a:pt x="131257" y="0"/>
                  <a:pt x="293171" y="0"/>
                </a:cubicBezTo>
                <a:close/>
              </a:path>
            </a:pathLst>
          </a:custGeom>
          <a:blipFill>
            <a:blip r:embed="rId2"/>
            <a:stretch>
              <a:fillRect/>
            </a:stretch>
          </a:blipFill>
        </p:spPr>
        <p:txBody>
          <a:bodyPr wrap="square">
            <a:noAutofit/>
          </a:bodyPr>
          <a:lstStyle/>
          <a:p>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effectLst/>
              </a:defRPr>
            </a:lvl1pPr>
          </a:lstStyle>
          <a:p>
            <a:r>
              <a:rPr lang="en-US"/>
              <a:t>Presented to: Arriba Advisors Prepared by: Shuva Mukhopadhyay</a:t>
            </a:r>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effectLst/>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554635423"/>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itle, Content Photo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820076" y="320040"/>
            <a:ext cx="6766560" cy="932688"/>
          </a:xfrm>
        </p:spPr>
        <p:txBody>
          <a:bodyPr anchor="b"/>
          <a:lstStyle/>
          <a:p>
            <a:r>
              <a:rPr lang="en-US"/>
              <a:t>Click to edit Master title style</a:t>
            </a:r>
          </a:p>
        </p:txBody>
      </p:sp>
      <p:sp>
        <p:nvSpPr>
          <p:cNvPr id="4" name="Picture Placeholder 3">
            <a:extLst>
              <a:ext uri="{FF2B5EF4-FFF2-40B4-BE49-F238E27FC236}">
                <a16:creationId xmlns:a16="http://schemas.microsoft.com/office/drawing/2014/main" id="{9539F8C7-DD74-7177-C2DA-02533B6576FD}"/>
              </a:ext>
            </a:extLst>
          </p:cNvPr>
          <p:cNvSpPr>
            <a:spLocks noGrp="1"/>
          </p:cNvSpPr>
          <p:nvPr>
            <p:ph type="pic" sz="quarter" idx="13"/>
          </p:nvPr>
        </p:nvSpPr>
        <p:spPr>
          <a:xfrm>
            <a:off x="339373" y="344424"/>
            <a:ext cx="3808553" cy="6172200"/>
          </a:xfrm>
          <a:custGeom>
            <a:avLst/>
            <a:gdLst>
              <a:gd name="connsiteX0" fmla="*/ 292116 w 3808553"/>
              <a:gd name="connsiteY0" fmla="*/ 0 h 6172200"/>
              <a:gd name="connsiteX1" fmla="*/ 3516437 w 3808553"/>
              <a:gd name="connsiteY1" fmla="*/ 0 h 6172200"/>
              <a:gd name="connsiteX2" fmla="*/ 3808553 w 3808553"/>
              <a:gd name="connsiteY2" fmla="*/ 292116 h 6172200"/>
              <a:gd name="connsiteX3" fmla="*/ 3808553 w 3808553"/>
              <a:gd name="connsiteY3" fmla="*/ 5880084 h 6172200"/>
              <a:gd name="connsiteX4" fmla="*/ 3516437 w 3808553"/>
              <a:gd name="connsiteY4" fmla="*/ 6172200 h 6172200"/>
              <a:gd name="connsiteX5" fmla="*/ 292116 w 3808553"/>
              <a:gd name="connsiteY5" fmla="*/ 6172200 h 6172200"/>
              <a:gd name="connsiteX6" fmla="*/ 0 w 3808553"/>
              <a:gd name="connsiteY6" fmla="*/ 5880084 h 6172200"/>
              <a:gd name="connsiteX7" fmla="*/ 0 w 3808553"/>
              <a:gd name="connsiteY7" fmla="*/ 292116 h 6172200"/>
              <a:gd name="connsiteX8" fmla="*/ 292116 w 3808553"/>
              <a:gd name="connsiteY8" fmla="*/ 0 h 6172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808553" h="6172200">
                <a:moveTo>
                  <a:pt x="292116" y="0"/>
                </a:moveTo>
                <a:lnTo>
                  <a:pt x="3516437" y="0"/>
                </a:lnTo>
                <a:cubicBezTo>
                  <a:pt x="3677768" y="0"/>
                  <a:pt x="3808553" y="130785"/>
                  <a:pt x="3808553" y="292116"/>
                </a:cubicBezTo>
                <a:lnTo>
                  <a:pt x="3808553" y="5880084"/>
                </a:lnTo>
                <a:cubicBezTo>
                  <a:pt x="3808553" y="6041415"/>
                  <a:pt x="3677768" y="6172200"/>
                  <a:pt x="3516437" y="6172200"/>
                </a:cubicBezTo>
                <a:lnTo>
                  <a:pt x="292116" y="6172200"/>
                </a:lnTo>
                <a:cubicBezTo>
                  <a:pt x="130785" y="6172200"/>
                  <a:pt x="0" y="6041415"/>
                  <a:pt x="0" y="5880084"/>
                </a:cubicBezTo>
                <a:lnTo>
                  <a:pt x="0" y="292116"/>
                </a:lnTo>
                <a:cubicBezTo>
                  <a:pt x="0" y="130785"/>
                  <a:pt x="130785" y="0"/>
                  <a:pt x="292116" y="0"/>
                </a:cubicBezTo>
                <a:close/>
              </a:path>
            </a:pathLst>
          </a:custGeom>
          <a:blipFill>
            <a:blip r:embed="rId2"/>
            <a:stretch>
              <a:fillRect/>
            </a:stretch>
          </a:blipFill>
        </p:spPr>
        <p:txBody>
          <a:bodyPr wrap="square">
            <a:noAutofit/>
          </a:bodyPr>
          <a:lstStyle/>
          <a:p>
            <a:endParaRPr lang="en-US" dirty="0"/>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4820076" y="1380744"/>
            <a:ext cx="6766560" cy="49834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effectLst/>
              </a:defRPr>
            </a:lvl1pPr>
          </a:lstStyle>
          <a:p>
            <a:fld id="{FBCDEB53-9433-4E2C-A37F-513C7E88DF40}" type="datetime1">
              <a:rPr lang="en-US" smtClean="0"/>
              <a:t>11/21/2025</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Presented to: Arriba Advisors Prepared by: Shuva Mukhopadhyay</a:t>
            </a:r>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1408468103"/>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itle, Content Photo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29768" y="320040"/>
            <a:ext cx="6858000" cy="932688"/>
          </a:xfrm>
        </p:spPr>
        <p:txBody>
          <a:bodyPr anchor="b"/>
          <a:lstStyle/>
          <a:p>
            <a:r>
              <a:rPr lang="en-US"/>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429768" y="1380744"/>
            <a:ext cx="6858000" cy="49834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DD486E9A-3024-4EC5-9633-6DAB3CAFF81A}" type="datetime1">
              <a:rPr lang="en-US" smtClean="0"/>
              <a:t>11/21/2025</a:t>
            </a:fld>
            <a:endParaRPr lang="en-US" dirty="0"/>
          </a:p>
        </p:txBody>
      </p:sp>
      <p:sp>
        <p:nvSpPr>
          <p:cNvPr id="4" name="Picture Placeholder 3">
            <a:extLst>
              <a:ext uri="{FF2B5EF4-FFF2-40B4-BE49-F238E27FC236}">
                <a16:creationId xmlns:a16="http://schemas.microsoft.com/office/drawing/2014/main" id="{26FEEE5C-15B3-8386-23D3-B6B236C668F2}"/>
              </a:ext>
            </a:extLst>
          </p:cNvPr>
          <p:cNvSpPr>
            <a:spLocks noGrp="1"/>
          </p:cNvSpPr>
          <p:nvPr>
            <p:ph type="pic" sz="quarter" idx="13"/>
          </p:nvPr>
        </p:nvSpPr>
        <p:spPr>
          <a:xfrm>
            <a:off x="8046768" y="344424"/>
            <a:ext cx="3808553" cy="6172200"/>
          </a:xfrm>
          <a:custGeom>
            <a:avLst/>
            <a:gdLst>
              <a:gd name="connsiteX0" fmla="*/ 292116 w 3808553"/>
              <a:gd name="connsiteY0" fmla="*/ 0 h 6172200"/>
              <a:gd name="connsiteX1" fmla="*/ 3516437 w 3808553"/>
              <a:gd name="connsiteY1" fmla="*/ 0 h 6172200"/>
              <a:gd name="connsiteX2" fmla="*/ 3808553 w 3808553"/>
              <a:gd name="connsiteY2" fmla="*/ 292116 h 6172200"/>
              <a:gd name="connsiteX3" fmla="*/ 3808553 w 3808553"/>
              <a:gd name="connsiteY3" fmla="*/ 5880084 h 6172200"/>
              <a:gd name="connsiteX4" fmla="*/ 3516437 w 3808553"/>
              <a:gd name="connsiteY4" fmla="*/ 6172200 h 6172200"/>
              <a:gd name="connsiteX5" fmla="*/ 292116 w 3808553"/>
              <a:gd name="connsiteY5" fmla="*/ 6172200 h 6172200"/>
              <a:gd name="connsiteX6" fmla="*/ 0 w 3808553"/>
              <a:gd name="connsiteY6" fmla="*/ 5880084 h 6172200"/>
              <a:gd name="connsiteX7" fmla="*/ 0 w 3808553"/>
              <a:gd name="connsiteY7" fmla="*/ 292116 h 6172200"/>
              <a:gd name="connsiteX8" fmla="*/ 292116 w 3808553"/>
              <a:gd name="connsiteY8" fmla="*/ 0 h 6172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808553" h="6172200">
                <a:moveTo>
                  <a:pt x="292116" y="0"/>
                </a:moveTo>
                <a:lnTo>
                  <a:pt x="3516437" y="0"/>
                </a:lnTo>
                <a:cubicBezTo>
                  <a:pt x="3677768" y="0"/>
                  <a:pt x="3808553" y="130785"/>
                  <a:pt x="3808553" y="292116"/>
                </a:cubicBezTo>
                <a:lnTo>
                  <a:pt x="3808553" y="5880084"/>
                </a:lnTo>
                <a:cubicBezTo>
                  <a:pt x="3808553" y="6041415"/>
                  <a:pt x="3677768" y="6172200"/>
                  <a:pt x="3516437" y="6172200"/>
                </a:cubicBezTo>
                <a:lnTo>
                  <a:pt x="292116" y="6172200"/>
                </a:lnTo>
                <a:cubicBezTo>
                  <a:pt x="130785" y="6172200"/>
                  <a:pt x="0" y="6041415"/>
                  <a:pt x="0" y="5880084"/>
                </a:cubicBezTo>
                <a:lnTo>
                  <a:pt x="0" y="292116"/>
                </a:lnTo>
                <a:cubicBezTo>
                  <a:pt x="0" y="130785"/>
                  <a:pt x="130785" y="0"/>
                  <a:pt x="292116" y="0"/>
                </a:cubicBezTo>
                <a:close/>
              </a:path>
            </a:pathLst>
          </a:custGeom>
          <a:blipFill>
            <a:blip r:embed="rId2"/>
            <a:stretch>
              <a:fillRect/>
            </a:stretch>
          </a:blipFill>
        </p:spPr>
        <p:txBody>
          <a:bodyPr wrap="square">
            <a:noAutofit/>
          </a:bodyPr>
          <a:lstStyle/>
          <a:p>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effectLst/>
              </a:defRPr>
            </a:lvl1pPr>
          </a:lstStyle>
          <a:p>
            <a:r>
              <a:rPr lang="en-US"/>
              <a:t>Presented to: Arriba Advisors Prepared by: Shuva Mukhopadhyay</a:t>
            </a:r>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effectLst/>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2783883936"/>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Title, Content Photo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196328" y="601755"/>
            <a:ext cx="4389120" cy="1527048"/>
          </a:xfrm>
        </p:spPr>
        <p:txBody>
          <a:bodyPr anchor="b"/>
          <a:lstStyle/>
          <a:p>
            <a:r>
              <a:rPr lang="en-US"/>
              <a:t>Click to edit Master title style</a:t>
            </a:r>
          </a:p>
        </p:txBody>
      </p:sp>
      <p:sp>
        <p:nvSpPr>
          <p:cNvPr id="4" name="Picture Placeholder 3">
            <a:extLst>
              <a:ext uri="{FF2B5EF4-FFF2-40B4-BE49-F238E27FC236}">
                <a16:creationId xmlns:a16="http://schemas.microsoft.com/office/drawing/2014/main" id="{EB281557-D8C5-3666-A17C-BD66A5F9C048}"/>
              </a:ext>
            </a:extLst>
          </p:cNvPr>
          <p:cNvSpPr>
            <a:spLocks noGrp="1"/>
          </p:cNvSpPr>
          <p:nvPr>
            <p:ph type="pic" sz="quarter" idx="13"/>
          </p:nvPr>
        </p:nvSpPr>
        <p:spPr>
          <a:xfrm>
            <a:off x="341522" y="342902"/>
            <a:ext cx="6249778" cy="6172343"/>
          </a:xfrm>
          <a:custGeom>
            <a:avLst/>
            <a:gdLst>
              <a:gd name="connsiteX0" fmla="*/ 258473 w 6249778"/>
              <a:gd name="connsiteY0" fmla="*/ 0 h 6172343"/>
              <a:gd name="connsiteX1" fmla="*/ 5991306 w 6249778"/>
              <a:gd name="connsiteY1" fmla="*/ 0 h 6172343"/>
              <a:gd name="connsiteX2" fmla="*/ 6249778 w 6249778"/>
              <a:gd name="connsiteY2" fmla="*/ 257942 h 6172343"/>
              <a:gd name="connsiteX3" fmla="*/ 6249778 w 6249778"/>
              <a:gd name="connsiteY3" fmla="*/ 5914401 h 6172343"/>
              <a:gd name="connsiteX4" fmla="*/ 5991306 w 6249778"/>
              <a:gd name="connsiteY4" fmla="*/ 6172343 h 6172343"/>
              <a:gd name="connsiteX5" fmla="*/ 258473 w 6249778"/>
              <a:gd name="connsiteY5" fmla="*/ 6172343 h 6172343"/>
              <a:gd name="connsiteX6" fmla="*/ 0 w 6249778"/>
              <a:gd name="connsiteY6" fmla="*/ 5914401 h 6172343"/>
              <a:gd name="connsiteX7" fmla="*/ 0 w 6249778"/>
              <a:gd name="connsiteY7" fmla="*/ 257942 h 6172343"/>
              <a:gd name="connsiteX8" fmla="*/ 258473 w 6249778"/>
              <a:gd name="connsiteY8" fmla="*/ 0 h 61723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49778" h="6172343">
                <a:moveTo>
                  <a:pt x="258473" y="0"/>
                </a:moveTo>
                <a:lnTo>
                  <a:pt x="5991306" y="0"/>
                </a:lnTo>
                <a:cubicBezTo>
                  <a:pt x="6134057" y="0"/>
                  <a:pt x="6249778" y="115484"/>
                  <a:pt x="6249778" y="257942"/>
                </a:cubicBezTo>
                <a:lnTo>
                  <a:pt x="6249778" y="5914401"/>
                </a:lnTo>
                <a:cubicBezTo>
                  <a:pt x="6249778" y="6056859"/>
                  <a:pt x="6134057" y="6172343"/>
                  <a:pt x="5991306" y="6172343"/>
                </a:cubicBezTo>
                <a:lnTo>
                  <a:pt x="258473" y="6172343"/>
                </a:lnTo>
                <a:cubicBezTo>
                  <a:pt x="115722" y="6172343"/>
                  <a:pt x="0" y="6056859"/>
                  <a:pt x="0" y="5914401"/>
                </a:cubicBezTo>
                <a:lnTo>
                  <a:pt x="0" y="257942"/>
                </a:lnTo>
                <a:cubicBezTo>
                  <a:pt x="0" y="115484"/>
                  <a:pt x="115722" y="0"/>
                  <a:pt x="258473" y="0"/>
                </a:cubicBezTo>
                <a:close/>
              </a:path>
            </a:pathLst>
          </a:custGeom>
          <a:blipFill>
            <a:blip r:embed="rId2"/>
            <a:stretch>
              <a:fillRect/>
            </a:stretch>
          </a:blipFill>
        </p:spPr>
        <p:txBody>
          <a:bodyPr wrap="square">
            <a:noAutofit/>
          </a:bodyPr>
          <a:lstStyle/>
          <a:p>
            <a:endParaRPr lang="en-US" dirty="0"/>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7196328" y="2276856"/>
            <a:ext cx="4389120" cy="404164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effectLst/>
              </a:defRPr>
            </a:lvl1pPr>
          </a:lstStyle>
          <a:p>
            <a:fld id="{0D7023D5-1FCD-4D86-B38A-AF9103FCE323}" type="datetime1">
              <a:rPr lang="en-US" smtClean="0"/>
              <a:t>11/21/2025</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Presented to: Arriba Advisors Prepared by: Shuva Mukhopadhyay</a:t>
            </a:r>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2020639597"/>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Title, Content Photo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29768" y="603504"/>
            <a:ext cx="4480560" cy="1527048"/>
          </a:xfrm>
        </p:spPr>
        <p:txBody>
          <a:bodyPr anchor="b"/>
          <a:lstStyle/>
          <a:p>
            <a:r>
              <a:rPr lang="en-US"/>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429767" y="2276856"/>
            <a:ext cx="4480560" cy="404164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9A08CA2C-5291-4947-98CE-07BE50EE6957}" type="datetime1">
              <a:rPr lang="en-US" smtClean="0"/>
              <a:t>11/21/2025</a:t>
            </a:fld>
            <a:endParaRPr lang="en-US" dirty="0"/>
          </a:p>
        </p:txBody>
      </p:sp>
      <p:sp>
        <p:nvSpPr>
          <p:cNvPr id="4" name="Picture Placeholder 3">
            <a:extLst>
              <a:ext uri="{FF2B5EF4-FFF2-40B4-BE49-F238E27FC236}">
                <a16:creationId xmlns:a16="http://schemas.microsoft.com/office/drawing/2014/main" id="{00846273-A5CB-BDCB-C625-903F863EC307}"/>
              </a:ext>
            </a:extLst>
          </p:cNvPr>
          <p:cNvSpPr>
            <a:spLocks noGrp="1"/>
          </p:cNvSpPr>
          <p:nvPr>
            <p:ph type="pic" sz="quarter" idx="13"/>
          </p:nvPr>
        </p:nvSpPr>
        <p:spPr>
          <a:xfrm>
            <a:off x="5737594" y="342900"/>
            <a:ext cx="6111507" cy="6172338"/>
          </a:xfrm>
          <a:custGeom>
            <a:avLst/>
            <a:gdLst>
              <a:gd name="connsiteX0" fmla="*/ 269395 w 6111507"/>
              <a:gd name="connsiteY0" fmla="*/ 0 h 6172338"/>
              <a:gd name="connsiteX1" fmla="*/ 5842112 w 6111507"/>
              <a:gd name="connsiteY1" fmla="*/ 0 h 6172338"/>
              <a:gd name="connsiteX2" fmla="*/ 6111507 w 6111507"/>
              <a:gd name="connsiteY2" fmla="*/ 268145 h 6172338"/>
              <a:gd name="connsiteX3" fmla="*/ 6111507 w 6111507"/>
              <a:gd name="connsiteY3" fmla="*/ 5904194 h 6172338"/>
              <a:gd name="connsiteX4" fmla="*/ 5842112 w 6111507"/>
              <a:gd name="connsiteY4" fmla="*/ 6172338 h 6172338"/>
              <a:gd name="connsiteX5" fmla="*/ 269395 w 6111507"/>
              <a:gd name="connsiteY5" fmla="*/ 6172338 h 6172338"/>
              <a:gd name="connsiteX6" fmla="*/ 0 w 6111507"/>
              <a:gd name="connsiteY6" fmla="*/ 5904194 h 6172338"/>
              <a:gd name="connsiteX7" fmla="*/ 0 w 6111507"/>
              <a:gd name="connsiteY7" fmla="*/ 268145 h 6172338"/>
              <a:gd name="connsiteX8" fmla="*/ 269395 w 6111507"/>
              <a:gd name="connsiteY8" fmla="*/ 0 h 6172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111507" h="6172338">
                <a:moveTo>
                  <a:pt x="269395" y="0"/>
                </a:moveTo>
                <a:lnTo>
                  <a:pt x="5842112" y="0"/>
                </a:lnTo>
                <a:cubicBezTo>
                  <a:pt x="5990895" y="0"/>
                  <a:pt x="6111507" y="120052"/>
                  <a:pt x="6111507" y="268145"/>
                </a:cubicBezTo>
                <a:lnTo>
                  <a:pt x="6111507" y="5904194"/>
                </a:lnTo>
                <a:cubicBezTo>
                  <a:pt x="6111507" y="6052286"/>
                  <a:pt x="5990895" y="6172338"/>
                  <a:pt x="5842112" y="6172338"/>
                </a:cubicBezTo>
                <a:lnTo>
                  <a:pt x="269395" y="6172338"/>
                </a:lnTo>
                <a:cubicBezTo>
                  <a:pt x="120612" y="6172338"/>
                  <a:pt x="0" y="6052286"/>
                  <a:pt x="0" y="5904194"/>
                </a:cubicBezTo>
                <a:lnTo>
                  <a:pt x="0" y="268145"/>
                </a:lnTo>
                <a:cubicBezTo>
                  <a:pt x="0" y="120052"/>
                  <a:pt x="120612" y="0"/>
                  <a:pt x="269395" y="0"/>
                </a:cubicBezTo>
                <a:close/>
              </a:path>
            </a:pathLst>
          </a:custGeom>
          <a:blipFill>
            <a:blip r:embed="rId2"/>
            <a:stretch>
              <a:fillRect/>
            </a:stretch>
          </a:blipFill>
        </p:spPr>
        <p:txBody>
          <a:bodyPr wrap="square">
            <a:noAutofit/>
          </a:bodyPr>
          <a:lstStyle/>
          <a:p>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effectLst/>
              </a:defRPr>
            </a:lvl1pPr>
          </a:lstStyle>
          <a:p>
            <a:r>
              <a:rPr lang="en-US"/>
              <a:t>Presented to: Arriba Advisors Prepared by: Shuva Mukhopadhyay</a:t>
            </a:r>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effectLst/>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2303125453"/>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Title, Content Photo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196328" y="320040"/>
            <a:ext cx="4389120" cy="932688"/>
          </a:xfrm>
        </p:spPr>
        <p:txBody>
          <a:bodyPr anchor="b"/>
          <a:lstStyle/>
          <a:p>
            <a:r>
              <a:rPr lang="en-US"/>
              <a:t>Click to edit Master title style</a:t>
            </a:r>
          </a:p>
        </p:txBody>
      </p:sp>
      <p:sp>
        <p:nvSpPr>
          <p:cNvPr id="4" name="Picture Placeholder 3">
            <a:extLst>
              <a:ext uri="{FF2B5EF4-FFF2-40B4-BE49-F238E27FC236}">
                <a16:creationId xmlns:a16="http://schemas.microsoft.com/office/drawing/2014/main" id="{EB281557-D8C5-3666-A17C-BD66A5F9C048}"/>
              </a:ext>
            </a:extLst>
          </p:cNvPr>
          <p:cNvSpPr>
            <a:spLocks noGrp="1"/>
          </p:cNvSpPr>
          <p:nvPr>
            <p:ph type="pic" sz="quarter" idx="13"/>
          </p:nvPr>
        </p:nvSpPr>
        <p:spPr>
          <a:xfrm>
            <a:off x="341522" y="342902"/>
            <a:ext cx="6249778" cy="6172343"/>
          </a:xfrm>
          <a:custGeom>
            <a:avLst/>
            <a:gdLst>
              <a:gd name="connsiteX0" fmla="*/ 258473 w 6249778"/>
              <a:gd name="connsiteY0" fmla="*/ 0 h 6172343"/>
              <a:gd name="connsiteX1" fmla="*/ 5991306 w 6249778"/>
              <a:gd name="connsiteY1" fmla="*/ 0 h 6172343"/>
              <a:gd name="connsiteX2" fmla="*/ 6249778 w 6249778"/>
              <a:gd name="connsiteY2" fmla="*/ 257942 h 6172343"/>
              <a:gd name="connsiteX3" fmla="*/ 6249778 w 6249778"/>
              <a:gd name="connsiteY3" fmla="*/ 5914401 h 6172343"/>
              <a:gd name="connsiteX4" fmla="*/ 5991306 w 6249778"/>
              <a:gd name="connsiteY4" fmla="*/ 6172343 h 6172343"/>
              <a:gd name="connsiteX5" fmla="*/ 258473 w 6249778"/>
              <a:gd name="connsiteY5" fmla="*/ 6172343 h 6172343"/>
              <a:gd name="connsiteX6" fmla="*/ 0 w 6249778"/>
              <a:gd name="connsiteY6" fmla="*/ 5914401 h 6172343"/>
              <a:gd name="connsiteX7" fmla="*/ 0 w 6249778"/>
              <a:gd name="connsiteY7" fmla="*/ 257942 h 6172343"/>
              <a:gd name="connsiteX8" fmla="*/ 258473 w 6249778"/>
              <a:gd name="connsiteY8" fmla="*/ 0 h 61723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49778" h="6172343">
                <a:moveTo>
                  <a:pt x="258473" y="0"/>
                </a:moveTo>
                <a:lnTo>
                  <a:pt x="5991306" y="0"/>
                </a:lnTo>
                <a:cubicBezTo>
                  <a:pt x="6134057" y="0"/>
                  <a:pt x="6249778" y="115484"/>
                  <a:pt x="6249778" y="257942"/>
                </a:cubicBezTo>
                <a:lnTo>
                  <a:pt x="6249778" y="5914401"/>
                </a:lnTo>
                <a:cubicBezTo>
                  <a:pt x="6249778" y="6056859"/>
                  <a:pt x="6134057" y="6172343"/>
                  <a:pt x="5991306" y="6172343"/>
                </a:cubicBezTo>
                <a:lnTo>
                  <a:pt x="258473" y="6172343"/>
                </a:lnTo>
                <a:cubicBezTo>
                  <a:pt x="115722" y="6172343"/>
                  <a:pt x="0" y="6056859"/>
                  <a:pt x="0" y="5914401"/>
                </a:cubicBezTo>
                <a:lnTo>
                  <a:pt x="0" y="257942"/>
                </a:lnTo>
                <a:cubicBezTo>
                  <a:pt x="0" y="115484"/>
                  <a:pt x="115722" y="0"/>
                  <a:pt x="258473" y="0"/>
                </a:cubicBezTo>
                <a:close/>
              </a:path>
            </a:pathLst>
          </a:custGeom>
          <a:blipFill>
            <a:blip r:embed="rId2"/>
            <a:stretch>
              <a:fillRect/>
            </a:stretch>
          </a:blipFill>
        </p:spPr>
        <p:txBody>
          <a:bodyPr wrap="square">
            <a:noAutofit/>
          </a:bodyPr>
          <a:lstStyle/>
          <a:p>
            <a:endParaRPr lang="en-US" dirty="0"/>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7196328" y="1380744"/>
            <a:ext cx="4389120" cy="49834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effectLst/>
              </a:defRPr>
            </a:lvl1pPr>
          </a:lstStyle>
          <a:p>
            <a:fld id="{873D01E9-83EE-468B-A570-C05046A8CF14}" type="datetime1">
              <a:rPr lang="en-US" smtClean="0"/>
              <a:t>11/21/2025</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Presented to: Arriba Advisors Prepared by: Shuva Mukhopadhyay</a:t>
            </a:r>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199003976"/>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Title, Content Photo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29767" y="320040"/>
            <a:ext cx="4573413" cy="932688"/>
          </a:xfrm>
        </p:spPr>
        <p:txBody>
          <a:bodyPr anchor="b"/>
          <a:lstStyle/>
          <a:p>
            <a:r>
              <a:rPr lang="en-US"/>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429766" y="1380744"/>
            <a:ext cx="4573413" cy="49834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F81CEE6A-2EBB-4EC0-A06B-457E55D7570D}" type="datetime1">
              <a:rPr lang="en-US" smtClean="0"/>
              <a:t>11/21/2025</a:t>
            </a:fld>
            <a:endParaRPr lang="en-US" dirty="0"/>
          </a:p>
        </p:txBody>
      </p:sp>
      <p:sp>
        <p:nvSpPr>
          <p:cNvPr id="4" name="Picture Placeholder 3">
            <a:extLst>
              <a:ext uri="{FF2B5EF4-FFF2-40B4-BE49-F238E27FC236}">
                <a16:creationId xmlns:a16="http://schemas.microsoft.com/office/drawing/2014/main" id="{00846273-A5CB-BDCB-C625-903F863EC307}"/>
              </a:ext>
            </a:extLst>
          </p:cNvPr>
          <p:cNvSpPr>
            <a:spLocks noGrp="1"/>
          </p:cNvSpPr>
          <p:nvPr>
            <p:ph type="pic" sz="quarter" idx="13"/>
          </p:nvPr>
        </p:nvSpPr>
        <p:spPr>
          <a:xfrm>
            <a:off x="5737594" y="342900"/>
            <a:ext cx="6111507" cy="6172338"/>
          </a:xfrm>
          <a:custGeom>
            <a:avLst/>
            <a:gdLst>
              <a:gd name="connsiteX0" fmla="*/ 269395 w 6111507"/>
              <a:gd name="connsiteY0" fmla="*/ 0 h 6172338"/>
              <a:gd name="connsiteX1" fmla="*/ 5842112 w 6111507"/>
              <a:gd name="connsiteY1" fmla="*/ 0 h 6172338"/>
              <a:gd name="connsiteX2" fmla="*/ 6111507 w 6111507"/>
              <a:gd name="connsiteY2" fmla="*/ 268145 h 6172338"/>
              <a:gd name="connsiteX3" fmla="*/ 6111507 w 6111507"/>
              <a:gd name="connsiteY3" fmla="*/ 5904194 h 6172338"/>
              <a:gd name="connsiteX4" fmla="*/ 5842112 w 6111507"/>
              <a:gd name="connsiteY4" fmla="*/ 6172338 h 6172338"/>
              <a:gd name="connsiteX5" fmla="*/ 269395 w 6111507"/>
              <a:gd name="connsiteY5" fmla="*/ 6172338 h 6172338"/>
              <a:gd name="connsiteX6" fmla="*/ 0 w 6111507"/>
              <a:gd name="connsiteY6" fmla="*/ 5904194 h 6172338"/>
              <a:gd name="connsiteX7" fmla="*/ 0 w 6111507"/>
              <a:gd name="connsiteY7" fmla="*/ 268145 h 6172338"/>
              <a:gd name="connsiteX8" fmla="*/ 269395 w 6111507"/>
              <a:gd name="connsiteY8" fmla="*/ 0 h 6172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111507" h="6172338">
                <a:moveTo>
                  <a:pt x="269395" y="0"/>
                </a:moveTo>
                <a:lnTo>
                  <a:pt x="5842112" y="0"/>
                </a:lnTo>
                <a:cubicBezTo>
                  <a:pt x="5990895" y="0"/>
                  <a:pt x="6111507" y="120052"/>
                  <a:pt x="6111507" y="268145"/>
                </a:cubicBezTo>
                <a:lnTo>
                  <a:pt x="6111507" y="5904194"/>
                </a:lnTo>
                <a:cubicBezTo>
                  <a:pt x="6111507" y="6052286"/>
                  <a:pt x="5990895" y="6172338"/>
                  <a:pt x="5842112" y="6172338"/>
                </a:cubicBezTo>
                <a:lnTo>
                  <a:pt x="269395" y="6172338"/>
                </a:lnTo>
                <a:cubicBezTo>
                  <a:pt x="120612" y="6172338"/>
                  <a:pt x="0" y="6052286"/>
                  <a:pt x="0" y="5904194"/>
                </a:cubicBezTo>
                <a:lnTo>
                  <a:pt x="0" y="268145"/>
                </a:lnTo>
                <a:cubicBezTo>
                  <a:pt x="0" y="120052"/>
                  <a:pt x="120612" y="0"/>
                  <a:pt x="269395" y="0"/>
                </a:cubicBezTo>
                <a:close/>
              </a:path>
            </a:pathLst>
          </a:custGeom>
          <a:blipFill>
            <a:blip r:embed="rId2"/>
            <a:stretch>
              <a:fillRect/>
            </a:stretch>
          </a:blipFill>
        </p:spPr>
        <p:txBody>
          <a:bodyPr wrap="square">
            <a:noAutofit/>
          </a:bodyPr>
          <a:lstStyle/>
          <a:p>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effectLst/>
              </a:defRPr>
            </a:lvl1pPr>
          </a:lstStyle>
          <a:p>
            <a:r>
              <a:rPr lang="en-US"/>
              <a:t>Presented to: Arriba Advisors Prepared by: Shuva Mukhopadhyay</a:t>
            </a:r>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effectLst/>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2153949568"/>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Title, Content Photo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321040" y="603504"/>
            <a:ext cx="3401568" cy="1527048"/>
          </a:xfrm>
        </p:spPr>
        <p:txBody>
          <a:bodyPr anchor="b"/>
          <a:lstStyle/>
          <a:p>
            <a:r>
              <a:rPr lang="en-US"/>
              <a:t>Click to edit Master title style</a:t>
            </a:r>
          </a:p>
        </p:txBody>
      </p:sp>
      <p:sp>
        <p:nvSpPr>
          <p:cNvPr id="4" name="Picture Placeholder 3">
            <a:extLst>
              <a:ext uri="{FF2B5EF4-FFF2-40B4-BE49-F238E27FC236}">
                <a16:creationId xmlns:a16="http://schemas.microsoft.com/office/drawing/2014/main" id="{65B0EC94-28E6-D665-7491-10A308B0B426}"/>
              </a:ext>
            </a:extLst>
          </p:cNvPr>
          <p:cNvSpPr>
            <a:spLocks noGrp="1"/>
          </p:cNvSpPr>
          <p:nvPr>
            <p:ph type="pic" sz="quarter" idx="13"/>
          </p:nvPr>
        </p:nvSpPr>
        <p:spPr>
          <a:xfrm>
            <a:off x="342900" y="342901"/>
            <a:ext cx="7391400" cy="6172200"/>
          </a:xfrm>
          <a:custGeom>
            <a:avLst/>
            <a:gdLst>
              <a:gd name="connsiteX0" fmla="*/ 267246 w 7391400"/>
              <a:gd name="connsiteY0" fmla="*/ 0 h 6172200"/>
              <a:gd name="connsiteX1" fmla="*/ 7124155 w 7391400"/>
              <a:gd name="connsiteY1" fmla="*/ 0 h 6172200"/>
              <a:gd name="connsiteX2" fmla="*/ 7391400 w 7391400"/>
              <a:gd name="connsiteY2" fmla="*/ 266886 h 6172200"/>
              <a:gd name="connsiteX3" fmla="*/ 7391400 w 7391400"/>
              <a:gd name="connsiteY3" fmla="*/ 5905314 h 6172200"/>
              <a:gd name="connsiteX4" fmla="*/ 7124155 w 7391400"/>
              <a:gd name="connsiteY4" fmla="*/ 6172200 h 6172200"/>
              <a:gd name="connsiteX5" fmla="*/ 267246 w 7391400"/>
              <a:gd name="connsiteY5" fmla="*/ 6172200 h 6172200"/>
              <a:gd name="connsiteX6" fmla="*/ 0 w 7391400"/>
              <a:gd name="connsiteY6" fmla="*/ 5905314 h 6172200"/>
              <a:gd name="connsiteX7" fmla="*/ 0 w 7391400"/>
              <a:gd name="connsiteY7" fmla="*/ 266886 h 6172200"/>
              <a:gd name="connsiteX8" fmla="*/ 267246 w 7391400"/>
              <a:gd name="connsiteY8" fmla="*/ 0 h 6172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391400" h="6172200">
                <a:moveTo>
                  <a:pt x="267246" y="0"/>
                </a:moveTo>
                <a:lnTo>
                  <a:pt x="7124155" y="0"/>
                </a:lnTo>
                <a:cubicBezTo>
                  <a:pt x="7271750" y="0"/>
                  <a:pt x="7391400" y="119489"/>
                  <a:pt x="7391400" y="266886"/>
                </a:cubicBezTo>
                <a:lnTo>
                  <a:pt x="7391400" y="5905314"/>
                </a:lnTo>
                <a:cubicBezTo>
                  <a:pt x="7391400" y="6052711"/>
                  <a:pt x="7271750" y="6172200"/>
                  <a:pt x="7124155" y="6172200"/>
                </a:cubicBezTo>
                <a:lnTo>
                  <a:pt x="267246" y="6172200"/>
                </a:lnTo>
                <a:cubicBezTo>
                  <a:pt x="119650" y="6172200"/>
                  <a:pt x="0" y="6052711"/>
                  <a:pt x="0" y="5905314"/>
                </a:cubicBezTo>
                <a:lnTo>
                  <a:pt x="0" y="266886"/>
                </a:lnTo>
                <a:cubicBezTo>
                  <a:pt x="0" y="119489"/>
                  <a:pt x="119650" y="0"/>
                  <a:pt x="267246" y="0"/>
                </a:cubicBezTo>
                <a:close/>
              </a:path>
            </a:pathLst>
          </a:custGeom>
          <a:blipFill>
            <a:blip r:embed="rId2"/>
            <a:stretch>
              <a:fillRect/>
            </a:stretch>
          </a:blipFill>
        </p:spPr>
        <p:txBody>
          <a:bodyPr wrap="square">
            <a:noAutofit/>
          </a:bodyPr>
          <a:lstStyle/>
          <a:p>
            <a:endParaRPr lang="en-US" dirty="0"/>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321040" y="2276856"/>
            <a:ext cx="3401568" cy="4041648"/>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effectLst/>
              </a:defRPr>
            </a:lvl1pPr>
          </a:lstStyle>
          <a:p>
            <a:fld id="{8C383053-883B-4189-B627-F8EB61087DCF}" type="datetime1">
              <a:rPr lang="en-US" smtClean="0"/>
              <a:t>11/21/2025</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Presented to: Arriba Advisors Prepared by: Shuva Mukhopadhyay</a:t>
            </a:r>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1639317405"/>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Title, Content Photo 10">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29768" y="603504"/>
            <a:ext cx="3401568" cy="1527048"/>
          </a:xfrm>
        </p:spPr>
        <p:txBody>
          <a:bodyPr anchor="b"/>
          <a:lstStyle/>
          <a:p>
            <a:r>
              <a:rPr lang="en-US"/>
              <a:t>Click to edit Master title style</a:t>
            </a:r>
          </a:p>
        </p:txBody>
      </p:sp>
      <p:sp>
        <p:nvSpPr>
          <p:cNvPr id="4" name="Picture Placeholder 3">
            <a:extLst>
              <a:ext uri="{FF2B5EF4-FFF2-40B4-BE49-F238E27FC236}">
                <a16:creationId xmlns:a16="http://schemas.microsoft.com/office/drawing/2014/main" id="{65B0EC94-28E6-D665-7491-10A308B0B426}"/>
              </a:ext>
            </a:extLst>
          </p:cNvPr>
          <p:cNvSpPr>
            <a:spLocks noGrp="1"/>
          </p:cNvSpPr>
          <p:nvPr>
            <p:ph type="pic" sz="quarter" idx="13"/>
          </p:nvPr>
        </p:nvSpPr>
        <p:spPr>
          <a:xfrm>
            <a:off x="4502843" y="342901"/>
            <a:ext cx="7346257" cy="6172200"/>
          </a:xfrm>
          <a:custGeom>
            <a:avLst/>
            <a:gdLst>
              <a:gd name="connsiteX0" fmla="*/ 267246 w 7391400"/>
              <a:gd name="connsiteY0" fmla="*/ 0 h 6172200"/>
              <a:gd name="connsiteX1" fmla="*/ 7124155 w 7391400"/>
              <a:gd name="connsiteY1" fmla="*/ 0 h 6172200"/>
              <a:gd name="connsiteX2" fmla="*/ 7391400 w 7391400"/>
              <a:gd name="connsiteY2" fmla="*/ 266886 h 6172200"/>
              <a:gd name="connsiteX3" fmla="*/ 7391400 w 7391400"/>
              <a:gd name="connsiteY3" fmla="*/ 5905314 h 6172200"/>
              <a:gd name="connsiteX4" fmla="*/ 7124155 w 7391400"/>
              <a:gd name="connsiteY4" fmla="*/ 6172200 h 6172200"/>
              <a:gd name="connsiteX5" fmla="*/ 267246 w 7391400"/>
              <a:gd name="connsiteY5" fmla="*/ 6172200 h 6172200"/>
              <a:gd name="connsiteX6" fmla="*/ 0 w 7391400"/>
              <a:gd name="connsiteY6" fmla="*/ 5905314 h 6172200"/>
              <a:gd name="connsiteX7" fmla="*/ 0 w 7391400"/>
              <a:gd name="connsiteY7" fmla="*/ 266886 h 6172200"/>
              <a:gd name="connsiteX8" fmla="*/ 267246 w 7391400"/>
              <a:gd name="connsiteY8" fmla="*/ 0 h 6172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391400" h="6172200">
                <a:moveTo>
                  <a:pt x="267246" y="0"/>
                </a:moveTo>
                <a:lnTo>
                  <a:pt x="7124155" y="0"/>
                </a:lnTo>
                <a:cubicBezTo>
                  <a:pt x="7271750" y="0"/>
                  <a:pt x="7391400" y="119489"/>
                  <a:pt x="7391400" y="266886"/>
                </a:cubicBezTo>
                <a:lnTo>
                  <a:pt x="7391400" y="5905314"/>
                </a:lnTo>
                <a:cubicBezTo>
                  <a:pt x="7391400" y="6052711"/>
                  <a:pt x="7271750" y="6172200"/>
                  <a:pt x="7124155" y="6172200"/>
                </a:cubicBezTo>
                <a:lnTo>
                  <a:pt x="267246" y="6172200"/>
                </a:lnTo>
                <a:cubicBezTo>
                  <a:pt x="119650" y="6172200"/>
                  <a:pt x="0" y="6052711"/>
                  <a:pt x="0" y="5905314"/>
                </a:cubicBezTo>
                <a:lnTo>
                  <a:pt x="0" y="266886"/>
                </a:lnTo>
                <a:cubicBezTo>
                  <a:pt x="0" y="119489"/>
                  <a:pt x="119650" y="0"/>
                  <a:pt x="267246" y="0"/>
                </a:cubicBezTo>
                <a:close/>
              </a:path>
            </a:pathLst>
          </a:custGeom>
          <a:blipFill>
            <a:blip r:embed="rId2"/>
            <a:stretch>
              <a:fillRect/>
            </a:stretch>
          </a:blipFill>
        </p:spPr>
        <p:txBody>
          <a:bodyPr wrap="square">
            <a:noAutofit/>
          </a:bodyPr>
          <a:lstStyle/>
          <a:p>
            <a:endParaRPr lang="en-US" dirty="0"/>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429768" y="2276856"/>
            <a:ext cx="3401568" cy="4041648"/>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effectLst/>
              </a:defRPr>
            </a:lvl1pPr>
          </a:lstStyle>
          <a:p>
            <a:fld id="{C0D5AE94-FE8E-4123-90D1-AEE6656FE23D}" type="datetime1">
              <a:rPr lang="en-US" smtClean="0"/>
              <a:t>11/21/2025</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Presented to: Arriba Advisors Prepared by: Shuva Mukhopadhyay</a:t>
            </a:r>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2697467175"/>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Title, Content Photo 1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311896" y="1078992"/>
            <a:ext cx="3273552" cy="1947672"/>
          </a:xfrm>
        </p:spPr>
        <p:txBody>
          <a:bodyPr anchor="b"/>
          <a:lstStyle/>
          <a:p>
            <a:r>
              <a:rPr lang="en-US"/>
              <a:t>Click to edit Master title style</a:t>
            </a:r>
          </a:p>
        </p:txBody>
      </p:sp>
      <p:sp>
        <p:nvSpPr>
          <p:cNvPr id="4" name="Picture Placeholder 3">
            <a:extLst>
              <a:ext uri="{FF2B5EF4-FFF2-40B4-BE49-F238E27FC236}">
                <a16:creationId xmlns:a16="http://schemas.microsoft.com/office/drawing/2014/main" id="{65B0EC94-28E6-D665-7491-10A308B0B426}"/>
              </a:ext>
            </a:extLst>
          </p:cNvPr>
          <p:cNvSpPr>
            <a:spLocks noGrp="1"/>
          </p:cNvSpPr>
          <p:nvPr>
            <p:ph type="pic" sz="quarter" idx="13"/>
          </p:nvPr>
        </p:nvSpPr>
        <p:spPr>
          <a:xfrm>
            <a:off x="342900" y="342901"/>
            <a:ext cx="7391400" cy="6172200"/>
          </a:xfrm>
          <a:custGeom>
            <a:avLst/>
            <a:gdLst>
              <a:gd name="connsiteX0" fmla="*/ 267246 w 7391400"/>
              <a:gd name="connsiteY0" fmla="*/ 0 h 6172200"/>
              <a:gd name="connsiteX1" fmla="*/ 7124155 w 7391400"/>
              <a:gd name="connsiteY1" fmla="*/ 0 h 6172200"/>
              <a:gd name="connsiteX2" fmla="*/ 7391400 w 7391400"/>
              <a:gd name="connsiteY2" fmla="*/ 266886 h 6172200"/>
              <a:gd name="connsiteX3" fmla="*/ 7391400 w 7391400"/>
              <a:gd name="connsiteY3" fmla="*/ 5905314 h 6172200"/>
              <a:gd name="connsiteX4" fmla="*/ 7124155 w 7391400"/>
              <a:gd name="connsiteY4" fmla="*/ 6172200 h 6172200"/>
              <a:gd name="connsiteX5" fmla="*/ 267246 w 7391400"/>
              <a:gd name="connsiteY5" fmla="*/ 6172200 h 6172200"/>
              <a:gd name="connsiteX6" fmla="*/ 0 w 7391400"/>
              <a:gd name="connsiteY6" fmla="*/ 5905314 h 6172200"/>
              <a:gd name="connsiteX7" fmla="*/ 0 w 7391400"/>
              <a:gd name="connsiteY7" fmla="*/ 266886 h 6172200"/>
              <a:gd name="connsiteX8" fmla="*/ 267246 w 7391400"/>
              <a:gd name="connsiteY8" fmla="*/ 0 h 6172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391400" h="6172200">
                <a:moveTo>
                  <a:pt x="267246" y="0"/>
                </a:moveTo>
                <a:lnTo>
                  <a:pt x="7124155" y="0"/>
                </a:lnTo>
                <a:cubicBezTo>
                  <a:pt x="7271750" y="0"/>
                  <a:pt x="7391400" y="119489"/>
                  <a:pt x="7391400" y="266886"/>
                </a:cubicBezTo>
                <a:lnTo>
                  <a:pt x="7391400" y="5905314"/>
                </a:lnTo>
                <a:cubicBezTo>
                  <a:pt x="7391400" y="6052711"/>
                  <a:pt x="7271750" y="6172200"/>
                  <a:pt x="7124155" y="6172200"/>
                </a:cubicBezTo>
                <a:lnTo>
                  <a:pt x="267246" y="6172200"/>
                </a:lnTo>
                <a:cubicBezTo>
                  <a:pt x="119650" y="6172200"/>
                  <a:pt x="0" y="6052711"/>
                  <a:pt x="0" y="5905314"/>
                </a:cubicBezTo>
                <a:lnTo>
                  <a:pt x="0" y="266886"/>
                </a:lnTo>
                <a:cubicBezTo>
                  <a:pt x="0" y="119489"/>
                  <a:pt x="119650" y="0"/>
                  <a:pt x="267246" y="0"/>
                </a:cubicBezTo>
                <a:close/>
              </a:path>
            </a:pathLst>
          </a:custGeom>
          <a:blipFill>
            <a:blip r:embed="rId2"/>
            <a:stretch>
              <a:fillRect/>
            </a:stretch>
          </a:blipFill>
        </p:spPr>
        <p:txBody>
          <a:bodyPr wrap="square">
            <a:noAutofit/>
          </a:bodyPr>
          <a:lstStyle/>
          <a:p>
            <a:endParaRPr lang="en-US" dirty="0"/>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311896" y="3099816"/>
            <a:ext cx="3273552" cy="2953512"/>
          </a:xfrm>
        </p:spPr>
        <p:txBody>
          <a:bodyPr>
            <a:normAutofit/>
          </a:bodyPr>
          <a:lstStyle>
            <a:lvl1pPr marL="0" indent="0">
              <a:buNone/>
              <a:defRPr sz="1600"/>
            </a:lvl1pPr>
            <a:lvl2pPr marL="228600" indent="0">
              <a:buNone/>
              <a:defRPr sz="1400"/>
            </a:lvl2pPr>
            <a:lvl3pPr marL="457200" indent="0">
              <a:buNone/>
              <a:defRPr sz="1200"/>
            </a:lvl3pPr>
            <a:lvl4pPr marL="685800" indent="0">
              <a:buNone/>
              <a:defRPr sz="1100"/>
            </a:lvl4pPr>
            <a:lvl5pPr marL="914400" indent="0">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effectLst/>
              </a:defRPr>
            </a:lvl1pPr>
          </a:lstStyle>
          <a:p>
            <a:fld id="{2F2E5649-4B15-4209-963D-8AD5C3FCAB38}" type="datetime1">
              <a:rPr lang="en-US" smtClean="0"/>
              <a:t>11/21/2025</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Presented to: Arriba Advisors Prepared by: Shuva Mukhopadhyay</a:t>
            </a:r>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2672980960"/>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Title, Content Photo 1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21732" y="5111854"/>
            <a:ext cx="3739279" cy="1389888"/>
          </a:xfrm>
        </p:spPr>
        <p:txBody>
          <a:bodyPr anchor="t">
            <a:normAutofit/>
          </a:bodyPr>
          <a:lstStyle>
            <a:lvl1pPr>
              <a:defRPr sz="3200"/>
            </a:lvl1pPr>
          </a:lstStyle>
          <a:p>
            <a:r>
              <a:rPr lang="en-US"/>
              <a:t>Click to edit Master title style</a:t>
            </a:r>
          </a:p>
        </p:txBody>
      </p:sp>
      <p:sp>
        <p:nvSpPr>
          <p:cNvPr id="19" name="Picture Placeholder 17">
            <a:extLst>
              <a:ext uri="{FF2B5EF4-FFF2-40B4-BE49-F238E27FC236}">
                <a16:creationId xmlns:a16="http://schemas.microsoft.com/office/drawing/2014/main" id="{D5837EDE-723C-6CF6-EB95-3AEDA1F07E9E}"/>
              </a:ext>
            </a:extLst>
          </p:cNvPr>
          <p:cNvSpPr>
            <a:spLocks noGrp="1"/>
          </p:cNvSpPr>
          <p:nvPr>
            <p:ph type="pic" sz="quarter" idx="15"/>
          </p:nvPr>
        </p:nvSpPr>
        <p:spPr>
          <a:xfrm>
            <a:off x="339373" y="320043"/>
            <a:ext cx="11509730" cy="4404825"/>
          </a:xfrm>
          <a:custGeom>
            <a:avLst/>
            <a:gdLst>
              <a:gd name="connsiteX0" fmla="*/ 299132 w 11509730"/>
              <a:gd name="connsiteY0" fmla="*/ 0 h 4404825"/>
              <a:gd name="connsiteX1" fmla="*/ 11210598 w 11509730"/>
              <a:gd name="connsiteY1" fmla="*/ 0 h 4404825"/>
              <a:gd name="connsiteX2" fmla="*/ 11509730 w 11509730"/>
              <a:gd name="connsiteY2" fmla="*/ 299132 h 4404825"/>
              <a:gd name="connsiteX3" fmla="*/ 11509730 w 11509730"/>
              <a:gd name="connsiteY3" fmla="*/ 4105693 h 4404825"/>
              <a:gd name="connsiteX4" fmla="*/ 11210598 w 11509730"/>
              <a:gd name="connsiteY4" fmla="*/ 4404825 h 4404825"/>
              <a:gd name="connsiteX5" fmla="*/ 299132 w 11509730"/>
              <a:gd name="connsiteY5" fmla="*/ 4404825 h 4404825"/>
              <a:gd name="connsiteX6" fmla="*/ 0 w 11509730"/>
              <a:gd name="connsiteY6" fmla="*/ 4105693 h 4404825"/>
              <a:gd name="connsiteX7" fmla="*/ 0 w 11509730"/>
              <a:gd name="connsiteY7" fmla="*/ 299132 h 4404825"/>
              <a:gd name="connsiteX8" fmla="*/ 299132 w 11509730"/>
              <a:gd name="connsiteY8" fmla="*/ 0 h 4404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509730" h="4404825">
                <a:moveTo>
                  <a:pt x="299132" y="0"/>
                </a:moveTo>
                <a:lnTo>
                  <a:pt x="11210598" y="0"/>
                </a:lnTo>
                <a:cubicBezTo>
                  <a:pt x="11375804" y="0"/>
                  <a:pt x="11509730" y="133926"/>
                  <a:pt x="11509730" y="299132"/>
                </a:cubicBezTo>
                <a:lnTo>
                  <a:pt x="11509730" y="4105693"/>
                </a:lnTo>
                <a:cubicBezTo>
                  <a:pt x="11509730" y="4270899"/>
                  <a:pt x="11375804" y="4404825"/>
                  <a:pt x="11210598" y="4404825"/>
                </a:cubicBezTo>
                <a:lnTo>
                  <a:pt x="299132" y="4404825"/>
                </a:lnTo>
                <a:cubicBezTo>
                  <a:pt x="133926" y="4404825"/>
                  <a:pt x="0" y="4270899"/>
                  <a:pt x="0" y="4105693"/>
                </a:cubicBezTo>
                <a:lnTo>
                  <a:pt x="0" y="299132"/>
                </a:lnTo>
                <a:cubicBezTo>
                  <a:pt x="0" y="133926"/>
                  <a:pt x="133926" y="0"/>
                  <a:pt x="299132" y="0"/>
                </a:cubicBezTo>
                <a:close/>
              </a:path>
            </a:pathLst>
          </a:custGeom>
          <a:blipFill>
            <a:blip r:embed="rId2"/>
            <a:stretch>
              <a:fillRect/>
            </a:stretch>
          </a:blipFill>
        </p:spPr>
        <p:txBody>
          <a:bodyPr wrap="square">
            <a:noAutofit/>
          </a:bodyPr>
          <a:lstStyle/>
          <a:p>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9EF8E092-BD26-4890-A156-4DC0FA5B41EB}" type="datetime1">
              <a:rPr lang="en-US" smtClean="0"/>
              <a:t>11/21/2025</a:t>
            </a:fld>
            <a:endParaRPr lang="en-US" dirty="0"/>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5351928" y="5111854"/>
            <a:ext cx="6400800" cy="1389888"/>
          </a:xfrm>
        </p:spPr>
        <p:txBody>
          <a:bodyPr>
            <a:noAutofit/>
          </a:bodyPr>
          <a:lstStyle>
            <a:lvl1pPr marL="0" indent="0">
              <a:buFont typeface="Arial" panose="020B0604020202020204" pitchFamily="34" charset="0"/>
              <a:buNone/>
              <a:defRPr sz="1600"/>
            </a:lvl1pPr>
            <a:lvl2pPr marL="228600" indent="0">
              <a:buFont typeface="Arial" panose="020B0604020202020204" pitchFamily="34" charset="0"/>
              <a:buNone/>
              <a:defRPr sz="1400"/>
            </a:lvl2pPr>
            <a:lvl3pPr marL="457200" indent="0">
              <a:buFont typeface="Arial" panose="020B0604020202020204" pitchFamily="34" charset="0"/>
              <a:buNone/>
              <a:defRPr sz="1200"/>
            </a:lvl3pPr>
            <a:lvl4pPr marL="685800" indent="0">
              <a:buFont typeface="Arial" panose="020B0604020202020204" pitchFamily="34" charset="0"/>
              <a:buNone/>
              <a:defRPr sz="1100"/>
            </a:lvl4pPr>
            <a:lvl5pPr marL="914400" indent="0">
              <a:buFont typeface="Arial" panose="020B0604020202020204" pitchFamily="34" charset="0"/>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Presented to: Arriba Advisors Prepared by: Shuva Mukhopadhyay</a:t>
            </a:r>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1112552963"/>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Title, Content Photo 1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21733" y="4162318"/>
            <a:ext cx="2953618" cy="1892808"/>
          </a:xfrm>
        </p:spPr>
        <p:txBody>
          <a:bodyPr anchor="t">
            <a:normAutofit/>
          </a:bodyPr>
          <a:lstStyle>
            <a:lvl1pPr>
              <a:defRPr sz="3200"/>
            </a:lvl1pPr>
          </a:lstStyle>
          <a:p>
            <a:r>
              <a:rPr lang="en-US"/>
              <a:t>Click to edit Master title style</a:t>
            </a:r>
          </a:p>
        </p:txBody>
      </p:sp>
      <p:sp>
        <p:nvSpPr>
          <p:cNvPr id="9" name="Picture Placeholder 8">
            <a:extLst>
              <a:ext uri="{FF2B5EF4-FFF2-40B4-BE49-F238E27FC236}">
                <a16:creationId xmlns:a16="http://schemas.microsoft.com/office/drawing/2014/main" id="{1BCE7E7D-ED4A-B625-6CB8-4D71682F63D4}"/>
              </a:ext>
            </a:extLst>
          </p:cNvPr>
          <p:cNvSpPr>
            <a:spLocks noGrp="1"/>
          </p:cNvSpPr>
          <p:nvPr>
            <p:ph type="pic" sz="quarter" idx="13"/>
          </p:nvPr>
        </p:nvSpPr>
        <p:spPr>
          <a:xfrm>
            <a:off x="339373" y="320042"/>
            <a:ext cx="11509730" cy="3458229"/>
          </a:xfrm>
          <a:custGeom>
            <a:avLst/>
            <a:gdLst>
              <a:gd name="connsiteX0" fmla="*/ 351529 w 11509730"/>
              <a:gd name="connsiteY0" fmla="*/ 0 h 3458229"/>
              <a:gd name="connsiteX1" fmla="*/ 11158201 w 11509730"/>
              <a:gd name="connsiteY1" fmla="*/ 0 h 3458229"/>
              <a:gd name="connsiteX2" fmla="*/ 11509730 w 11509730"/>
              <a:gd name="connsiteY2" fmla="*/ 351529 h 3458229"/>
              <a:gd name="connsiteX3" fmla="*/ 11509730 w 11509730"/>
              <a:gd name="connsiteY3" fmla="*/ 3106700 h 3458229"/>
              <a:gd name="connsiteX4" fmla="*/ 11158201 w 11509730"/>
              <a:gd name="connsiteY4" fmla="*/ 3458229 h 3458229"/>
              <a:gd name="connsiteX5" fmla="*/ 351529 w 11509730"/>
              <a:gd name="connsiteY5" fmla="*/ 3458229 h 3458229"/>
              <a:gd name="connsiteX6" fmla="*/ 0 w 11509730"/>
              <a:gd name="connsiteY6" fmla="*/ 3106700 h 3458229"/>
              <a:gd name="connsiteX7" fmla="*/ 0 w 11509730"/>
              <a:gd name="connsiteY7" fmla="*/ 351529 h 3458229"/>
              <a:gd name="connsiteX8" fmla="*/ 351529 w 11509730"/>
              <a:gd name="connsiteY8" fmla="*/ 0 h 34582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509730" h="3458229">
                <a:moveTo>
                  <a:pt x="351529" y="0"/>
                </a:moveTo>
                <a:lnTo>
                  <a:pt x="11158201" y="0"/>
                </a:lnTo>
                <a:cubicBezTo>
                  <a:pt x="11352345" y="0"/>
                  <a:pt x="11509730" y="157385"/>
                  <a:pt x="11509730" y="351529"/>
                </a:cubicBezTo>
                <a:lnTo>
                  <a:pt x="11509730" y="3106700"/>
                </a:lnTo>
                <a:cubicBezTo>
                  <a:pt x="11509730" y="3300844"/>
                  <a:pt x="11352345" y="3458229"/>
                  <a:pt x="11158201" y="3458229"/>
                </a:cubicBezTo>
                <a:lnTo>
                  <a:pt x="351529" y="3458229"/>
                </a:lnTo>
                <a:cubicBezTo>
                  <a:pt x="157385" y="3458229"/>
                  <a:pt x="0" y="3300844"/>
                  <a:pt x="0" y="3106700"/>
                </a:cubicBezTo>
                <a:lnTo>
                  <a:pt x="0" y="351529"/>
                </a:lnTo>
                <a:cubicBezTo>
                  <a:pt x="0" y="157385"/>
                  <a:pt x="157385" y="0"/>
                  <a:pt x="351529" y="0"/>
                </a:cubicBezTo>
                <a:close/>
              </a:path>
            </a:pathLst>
          </a:custGeom>
          <a:blipFill>
            <a:blip r:embed="rId2"/>
            <a:stretch>
              <a:fillRect/>
            </a:stretch>
          </a:blipFill>
        </p:spPr>
        <p:txBody>
          <a:bodyPr wrap="square">
            <a:noAutofit/>
          </a:bodyPr>
          <a:lstStyle/>
          <a:p>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F0CE1EAE-36B7-4E76-B1D3-FC15D5B21806}" type="datetime1">
              <a:rPr lang="en-US" smtClean="0"/>
              <a:t>11/21/2025</a:t>
            </a:fld>
            <a:endParaRPr lang="en-US" dirty="0"/>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3977640" y="4162318"/>
            <a:ext cx="7772400" cy="2240280"/>
          </a:xfrm>
        </p:spPr>
        <p:txBody>
          <a:bodyPr>
            <a:noAutofit/>
          </a:bodyPr>
          <a:lstStyle>
            <a:lvl1pPr marL="285750" indent="-285750">
              <a:buFont typeface="Arial" panose="020B0604020202020204" pitchFamily="34" charset="0"/>
              <a:buChar char="•"/>
              <a:defRPr sz="1800"/>
            </a:lvl1pPr>
            <a:lvl2pPr marL="514350" indent="-285750">
              <a:buFont typeface="Arial" panose="020B0604020202020204" pitchFamily="34" charset="0"/>
              <a:buChar char="•"/>
              <a:defRPr sz="1600"/>
            </a:lvl2pPr>
            <a:lvl3pPr marL="742950" indent="-285750">
              <a:buFont typeface="Arial" panose="020B0604020202020204" pitchFamily="34" charset="0"/>
              <a:buChar char="•"/>
              <a:defRPr sz="1400"/>
            </a:lvl3pPr>
            <a:lvl4pPr marL="857250" indent="-171450">
              <a:buFont typeface="Arial" panose="020B0604020202020204" pitchFamily="34" charset="0"/>
              <a:buChar char="•"/>
              <a:defRPr sz="1200"/>
            </a:lvl4pPr>
            <a:lvl5pPr marL="1085850" indent="-171450">
              <a:buFont typeface="Arial" panose="020B0604020202020204" pitchFamily="34" charset="0"/>
              <a:buChar cha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Presented to: Arriba Advisors Prepared by: Shuva Mukhopadhyay</a:t>
            </a:r>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720679014"/>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Title, Content Photo 1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21733" y="561425"/>
            <a:ext cx="2953618" cy="1892808"/>
          </a:xfrm>
        </p:spPr>
        <p:txBody>
          <a:bodyPr anchor="t">
            <a:normAutofit/>
          </a:bodyPr>
          <a:lstStyle>
            <a:lvl1pPr>
              <a:defRPr sz="3200"/>
            </a:lvl1pPr>
          </a:lstStyle>
          <a:p>
            <a:r>
              <a:rPr lang="en-US"/>
              <a:t>Click to edit Master title style</a:t>
            </a:r>
          </a:p>
        </p:txBody>
      </p:sp>
      <p:sp>
        <p:nvSpPr>
          <p:cNvPr id="9" name="Picture Placeholder 8">
            <a:extLst>
              <a:ext uri="{FF2B5EF4-FFF2-40B4-BE49-F238E27FC236}">
                <a16:creationId xmlns:a16="http://schemas.microsoft.com/office/drawing/2014/main" id="{86A25225-80A2-7139-2A81-39CA926639FF}"/>
              </a:ext>
            </a:extLst>
          </p:cNvPr>
          <p:cNvSpPr>
            <a:spLocks noGrp="1"/>
          </p:cNvSpPr>
          <p:nvPr>
            <p:ph type="pic" sz="quarter" idx="13"/>
          </p:nvPr>
        </p:nvSpPr>
        <p:spPr>
          <a:xfrm>
            <a:off x="339373" y="3067414"/>
            <a:ext cx="11509730" cy="3458229"/>
          </a:xfrm>
          <a:custGeom>
            <a:avLst/>
            <a:gdLst>
              <a:gd name="connsiteX0" fmla="*/ 351529 w 11509730"/>
              <a:gd name="connsiteY0" fmla="*/ 0 h 3458229"/>
              <a:gd name="connsiteX1" fmla="*/ 11158201 w 11509730"/>
              <a:gd name="connsiteY1" fmla="*/ 0 h 3458229"/>
              <a:gd name="connsiteX2" fmla="*/ 11509730 w 11509730"/>
              <a:gd name="connsiteY2" fmla="*/ 351529 h 3458229"/>
              <a:gd name="connsiteX3" fmla="*/ 11509730 w 11509730"/>
              <a:gd name="connsiteY3" fmla="*/ 3106700 h 3458229"/>
              <a:gd name="connsiteX4" fmla="*/ 11158201 w 11509730"/>
              <a:gd name="connsiteY4" fmla="*/ 3458229 h 3458229"/>
              <a:gd name="connsiteX5" fmla="*/ 351529 w 11509730"/>
              <a:gd name="connsiteY5" fmla="*/ 3458229 h 3458229"/>
              <a:gd name="connsiteX6" fmla="*/ 0 w 11509730"/>
              <a:gd name="connsiteY6" fmla="*/ 3106700 h 3458229"/>
              <a:gd name="connsiteX7" fmla="*/ 0 w 11509730"/>
              <a:gd name="connsiteY7" fmla="*/ 351529 h 3458229"/>
              <a:gd name="connsiteX8" fmla="*/ 351529 w 11509730"/>
              <a:gd name="connsiteY8" fmla="*/ 0 h 34582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509730" h="3458229">
                <a:moveTo>
                  <a:pt x="351529" y="0"/>
                </a:moveTo>
                <a:lnTo>
                  <a:pt x="11158201" y="0"/>
                </a:lnTo>
                <a:cubicBezTo>
                  <a:pt x="11352345" y="0"/>
                  <a:pt x="11509730" y="157385"/>
                  <a:pt x="11509730" y="351529"/>
                </a:cubicBezTo>
                <a:lnTo>
                  <a:pt x="11509730" y="3106700"/>
                </a:lnTo>
                <a:cubicBezTo>
                  <a:pt x="11509730" y="3300844"/>
                  <a:pt x="11352345" y="3458229"/>
                  <a:pt x="11158201" y="3458229"/>
                </a:cubicBezTo>
                <a:lnTo>
                  <a:pt x="351529" y="3458229"/>
                </a:lnTo>
                <a:cubicBezTo>
                  <a:pt x="157385" y="3458229"/>
                  <a:pt x="0" y="3300844"/>
                  <a:pt x="0" y="3106700"/>
                </a:cubicBezTo>
                <a:lnTo>
                  <a:pt x="0" y="351529"/>
                </a:lnTo>
                <a:cubicBezTo>
                  <a:pt x="0" y="157385"/>
                  <a:pt x="157385" y="0"/>
                  <a:pt x="351529" y="0"/>
                </a:cubicBezTo>
                <a:close/>
              </a:path>
            </a:pathLst>
          </a:custGeom>
          <a:blipFill>
            <a:blip r:embed="rId2"/>
            <a:stretch>
              <a:fillRect/>
            </a:stretch>
          </a:blipFill>
        </p:spPr>
        <p:txBody>
          <a:bodyPr wrap="square">
            <a:noAutofit/>
          </a:bodyPr>
          <a:lstStyle/>
          <a:p>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137160" y="6519672"/>
            <a:ext cx="3494314" cy="338328"/>
          </a:xfrm>
        </p:spPr>
        <p:txBody>
          <a:bodyPr/>
          <a:lstStyle/>
          <a:p>
            <a:fld id="{D458FF08-BBC8-4878-9821-13DBC093A8A3}" type="datetime1">
              <a:rPr lang="en-US" smtClean="0"/>
              <a:t>11/21/2025</a:t>
            </a:fld>
            <a:endParaRPr lang="en-US" dirty="0"/>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3977640" y="561425"/>
            <a:ext cx="7772400" cy="2240280"/>
          </a:xfrm>
        </p:spPr>
        <p:txBody>
          <a:bodyPr>
            <a:noAutofit/>
          </a:bodyPr>
          <a:lstStyle>
            <a:lvl1pPr marL="285750" indent="-285750">
              <a:buFont typeface="Arial" panose="020B0604020202020204" pitchFamily="34" charset="0"/>
              <a:buChar char="•"/>
              <a:defRPr sz="1800"/>
            </a:lvl1pPr>
            <a:lvl2pPr marL="514350" indent="-285750">
              <a:buFont typeface="Arial" panose="020B0604020202020204" pitchFamily="34" charset="0"/>
              <a:buChar char="•"/>
              <a:defRPr sz="1600"/>
            </a:lvl2pPr>
            <a:lvl3pPr marL="742950" indent="-285750">
              <a:buFont typeface="Arial" panose="020B0604020202020204" pitchFamily="34" charset="0"/>
              <a:buChar char="•"/>
              <a:defRPr sz="1400"/>
            </a:lvl3pPr>
            <a:lvl4pPr marL="857250" indent="-171450">
              <a:buFont typeface="Arial" panose="020B0604020202020204" pitchFamily="34" charset="0"/>
              <a:buChar char="•"/>
              <a:defRPr sz="1200"/>
            </a:lvl4pPr>
            <a:lvl5pPr marL="1085850" indent="-171450">
              <a:buFont typeface="Arial" panose="020B0604020202020204" pitchFamily="34" charset="0"/>
              <a:buChar cha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8876521" y="6519672"/>
            <a:ext cx="2805405" cy="338328"/>
          </a:xfrm>
        </p:spPr>
        <p:txBody>
          <a:bodyPr/>
          <a:lstStyle/>
          <a:p>
            <a:r>
              <a:rPr lang="en-US"/>
              <a:t>Presented to: Arriba Advisors Prepared by: Shuva Mukhopadhyay</a:t>
            </a:r>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632162" y="6519672"/>
            <a:ext cx="429207" cy="338328"/>
          </a:xfrm>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1173339664"/>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Title, Content Photo 1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29768" y="640080"/>
            <a:ext cx="11155680" cy="970463"/>
          </a:xfrm>
        </p:spPr>
        <p:txBody>
          <a:bodyPr anchor="ctr"/>
          <a:lstStyle/>
          <a:p>
            <a:r>
              <a:rPr lang="en-US"/>
              <a:t>Click to edit Master title style</a:t>
            </a:r>
          </a:p>
        </p:txBody>
      </p:sp>
      <p:sp>
        <p:nvSpPr>
          <p:cNvPr id="10" name="Picture Placeholder 9">
            <a:extLst>
              <a:ext uri="{FF2B5EF4-FFF2-40B4-BE49-F238E27FC236}">
                <a16:creationId xmlns:a16="http://schemas.microsoft.com/office/drawing/2014/main" id="{45F6FDB5-F783-3538-287C-754C11C30975}"/>
              </a:ext>
            </a:extLst>
          </p:cNvPr>
          <p:cNvSpPr>
            <a:spLocks noGrp="1"/>
          </p:cNvSpPr>
          <p:nvPr>
            <p:ph type="pic" sz="quarter" idx="13"/>
          </p:nvPr>
        </p:nvSpPr>
        <p:spPr>
          <a:xfrm>
            <a:off x="429768" y="1828800"/>
            <a:ext cx="6176399" cy="4425696"/>
          </a:xfrm>
          <a:custGeom>
            <a:avLst/>
            <a:gdLst>
              <a:gd name="connsiteX0" fmla="*/ 325421 w 6450717"/>
              <a:gd name="connsiteY0" fmla="*/ 0 h 4425696"/>
              <a:gd name="connsiteX1" fmla="*/ 6125296 w 6450717"/>
              <a:gd name="connsiteY1" fmla="*/ 0 h 4425696"/>
              <a:gd name="connsiteX2" fmla="*/ 6450717 w 6450717"/>
              <a:gd name="connsiteY2" fmla="*/ 325421 h 4425696"/>
              <a:gd name="connsiteX3" fmla="*/ 6450717 w 6450717"/>
              <a:gd name="connsiteY3" fmla="*/ 4100275 h 4425696"/>
              <a:gd name="connsiteX4" fmla="*/ 6125296 w 6450717"/>
              <a:gd name="connsiteY4" fmla="*/ 4425696 h 4425696"/>
              <a:gd name="connsiteX5" fmla="*/ 325421 w 6450717"/>
              <a:gd name="connsiteY5" fmla="*/ 4425696 h 4425696"/>
              <a:gd name="connsiteX6" fmla="*/ 0 w 6450717"/>
              <a:gd name="connsiteY6" fmla="*/ 4100275 h 4425696"/>
              <a:gd name="connsiteX7" fmla="*/ 0 w 6450717"/>
              <a:gd name="connsiteY7" fmla="*/ 325421 h 4425696"/>
              <a:gd name="connsiteX8" fmla="*/ 325421 w 6450717"/>
              <a:gd name="connsiteY8" fmla="*/ 0 h 44256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450717" h="4425696">
                <a:moveTo>
                  <a:pt x="325421" y="0"/>
                </a:moveTo>
                <a:lnTo>
                  <a:pt x="6125296" y="0"/>
                </a:lnTo>
                <a:cubicBezTo>
                  <a:pt x="6305021" y="0"/>
                  <a:pt x="6450717" y="145696"/>
                  <a:pt x="6450717" y="325421"/>
                </a:cubicBezTo>
                <a:lnTo>
                  <a:pt x="6450717" y="4100275"/>
                </a:lnTo>
                <a:cubicBezTo>
                  <a:pt x="6450717" y="4280000"/>
                  <a:pt x="6305021" y="4425696"/>
                  <a:pt x="6125296" y="4425696"/>
                </a:cubicBezTo>
                <a:lnTo>
                  <a:pt x="325421" y="4425696"/>
                </a:lnTo>
                <a:cubicBezTo>
                  <a:pt x="145696" y="4425696"/>
                  <a:pt x="0" y="4280000"/>
                  <a:pt x="0" y="4100275"/>
                </a:cubicBezTo>
                <a:lnTo>
                  <a:pt x="0" y="325421"/>
                </a:lnTo>
                <a:cubicBezTo>
                  <a:pt x="0" y="145696"/>
                  <a:pt x="145696" y="0"/>
                  <a:pt x="325421" y="0"/>
                </a:cubicBezTo>
                <a:close/>
              </a:path>
            </a:pathLst>
          </a:custGeom>
          <a:blipFill>
            <a:blip r:embed="rId2"/>
            <a:stretch>
              <a:fillRect/>
            </a:stretch>
          </a:blipFill>
        </p:spPr>
        <p:txBody>
          <a:bodyPr wrap="square">
            <a:noAutofit/>
          </a:bodyPr>
          <a:lstStyle/>
          <a:p>
            <a:endParaRPr lang="en-US" dirty="0"/>
          </a:p>
        </p:txBody>
      </p:sp>
      <p:sp>
        <p:nvSpPr>
          <p:cNvPr id="8" name="Content Placeholder 7">
            <a:extLst>
              <a:ext uri="{FF2B5EF4-FFF2-40B4-BE49-F238E27FC236}">
                <a16:creationId xmlns:a16="http://schemas.microsoft.com/office/drawing/2014/main" id="{C1897688-419F-6EB2-5CC1-DC14924E5FC3}"/>
              </a:ext>
            </a:extLst>
          </p:cNvPr>
          <p:cNvSpPr>
            <a:spLocks noGrp="1"/>
          </p:cNvSpPr>
          <p:nvPr>
            <p:ph sz="quarter" idx="14"/>
          </p:nvPr>
        </p:nvSpPr>
        <p:spPr>
          <a:xfrm>
            <a:off x="7287768" y="1828800"/>
            <a:ext cx="4297680" cy="44288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14234729-CC25-4340-B7A6-E752B6640BCD}" type="datetime1">
              <a:rPr lang="en-US" smtClean="0"/>
              <a:t>11/21/2025</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Presented to: Arriba Advisors Prepared by: Shuva Mukhopadhyay</a:t>
            </a:r>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4191840656"/>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Title, Content Photo 1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29768" y="548639"/>
            <a:ext cx="4855464" cy="1453896"/>
          </a:xfrm>
        </p:spPr>
        <p:txBody>
          <a:bodyPr anchor="t"/>
          <a:lstStyle/>
          <a:p>
            <a:r>
              <a:rPr lang="en-US"/>
              <a:t>Click to edit Master title style</a:t>
            </a:r>
          </a:p>
        </p:txBody>
      </p:sp>
      <p:sp>
        <p:nvSpPr>
          <p:cNvPr id="9" name="Picture Placeholder 8">
            <a:extLst>
              <a:ext uri="{FF2B5EF4-FFF2-40B4-BE49-F238E27FC236}">
                <a16:creationId xmlns:a16="http://schemas.microsoft.com/office/drawing/2014/main" id="{F5F2F272-6D18-7E06-3E9A-D10C5C502195}"/>
              </a:ext>
            </a:extLst>
          </p:cNvPr>
          <p:cNvSpPr>
            <a:spLocks noGrp="1"/>
          </p:cNvSpPr>
          <p:nvPr>
            <p:ph type="pic" sz="quarter" idx="13"/>
          </p:nvPr>
        </p:nvSpPr>
        <p:spPr>
          <a:xfrm>
            <a:off x="510075" y="2293496"/>
            <a:ext cx="4775158" cy="4039043"/>
          </a:xfrm>
          <a:custGeom>
            <a:avLst/>
            <a:gdLst>
              <a:gd name="connsiteX0" fmla="*/ 305917 w 4855463"/>
              <a:gd name="connsiteY0" fmla="*/ 0 h 4039043"/>
              <a:gd name="connsiteX1" fmla="*/ 4549547 w 4855463"/>
              <a:gd name="connsiteY1" fmla="*/ 0 h 4039043"/>
              <a:gd name="connsiteX2" fmla="*/ 4849249 w 4855463"/>
              <a:gd name="connsiteY2" fmla="*/ 244264 h 4039043"/>
              <a:gd name="connsiteX3" fmla="*/ 4855463 w 4855463"/>
              <a:gd name="connsiteY3" fmla="*/ 305907 h 4039043"/>
              <a:gd name="connsiteX4" fmla="*/ 4855463 w 4855463"/>
              <a:gd name="connsiteY4" fmla="*/ 3733136 h 4039043"/>
              <a:gd name="connsiteX5" fmla="*/ 4849249 w 4855463"/>
              <a:gd name="connsiteY5" fmla="*/ 3794779 h 4039043"/>
              <a:gd name="connsiteX6" fmla="*/ 4549547 w 4855463"/>
              <a:gd name="connsiteY6" fmla="*/ 4039043 h 4039043"/>
              <a:gd name="connsiteX7" fmla="*/ 305917 w 4855463"/>
              <a:gd name="connsiteY7" fmla="*/ 4039043 h 4039043"/>
              <a:gd name="connsiteX8" fmla="*/ 0 w 4855463"/>
              <a:gd name="connsiteY8" fmla="*/ 3733126 h 4039043"/>
              <a:gd name="connsiteX9" fmla="*/ 0 w 4855463"/>
              <a:gd name="connsiteY9" fmla="*/ 305917 h 4039043"/>
              <a:gd name="connsiteX10" fmla="*/ 305917 w 4855463"/>
              <a:gd name="connsiteY10" fmla="*/ 0 h 40390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855463" h="4039043">
                <a:moveTo>
                  <a:pt x="305917" y="0"/>
                </a:moveTo>
                <a:lnTo>
                  <a:pt x="4549547" y="0"/>
                </a:lnTo>
                <a:cubicBezTo>
                  <a:pt x="4697381" y="0"/>
                  <a:pt x="4820723" y="104863"/>
                  <a:pt x="4849249" y="244264"/>
                </a:cubicBezTo>
                <a:lnTo>
                  <a:pt x="4855463" y="305907"/>
                </a:lnTo>
                <a:lnTo>
                  <a:pt x="4855463" y="3733136"/>
                </a:lnTo>
                <a:lnTo>
                  <a:pt x="4849249" y="3794779"/>
                </a:lnTo>
                <a:cubicBezTo>
                  <a:pt x="4820723" y="3934180"/>
                  <a:pt x="4697381" y="4039043"/>
                  <a:pt x="4549547" y="4039043"/>
                </a:cubicBezTo>
                <a:lnTo>
                  <a:pt x="305917" y="4039043"/>
                </a:lnTo>
                <a:cubicBezTo>
                  <a:pt x="136964" y="4039043"/>
                  <a:pt x="0" y="3902079"/>
                  <a:pt x="0" y="3733126"/>
                </a:cubicBezTo>
                <a:lnTo>
                  <a:pt x="0" y="305917"/>
                </a:lnTo>
                <a:cubicBezTo>
                  <a:pt x="0" y="136964"/>
                  <a:pt x="136964" y="0"/>
                  <a:pt x="305917" y="0"/>
                </a:cubicBezTo>
                <a:close/>
              </a:path>
            </a:pathLst>
          </a:custGeom>
          <a:blipFill>
            <a:blip r:embed="rId2"/>
            <a:stretch>
              <a:fillRect/>
            </a:stretch>
          </a:blipFill>
        </p:spPr>
        <p:txBody>
          <a:bodyPr wrap="square">
            <a:noAutofit/>
          </a:bodyPr>
          <a:lstStyle/>
          <a:p>
            <a:endParaRPr lang="en-US" dirty="0"/>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6096000" y="549275"/>
            <a:ext cx="5585925" cy="57832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1074D996-F88F-4C7D-A731-C3C2DEA22CAE}" type="datetime1">
              <a:rPr lang="en-US" smtClean="0"/>
              <a:t>11/21/2025</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Presented to: Arriba Advisors Prepared by: Shuva Mukhopadhyay</a:t>
            </a:r>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2086361473"/>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Title, Content Photo 1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29768" y="550218"/>
            <a:ext cx="3827439" cy="1453896"/>
          </a:xfrm>
        </p:spPr>
        <p:txBody>
          <a:bodyPr anchor="t">
            <a:normAutofit/>
          </a:bodyPr>
          <a:lstStyle>
            <a:lvl1pPr>
              <a:defRPr sz="3200"/>
            </a:lvl1pPr>
          </a:lstStyle>
          <a:p>
            <a:r>
              <a:rPr lang="en-US"/>
              <a:t>Click to edit Master title style</a:t>
            </a:r>
          </a:p>
        </p:txBody>
      </p:sp>
      <p:sp>
        <p:nvSpPr>
          <p:cNvPr id="12" name="Picture Placeholder 11">
            <a:extLst>
              <a:ext uri="{FF2B5EF4-FFF2-40B4-BE49-F238E27FC236}">
                <a16:creationId xmlns:a16="http://schemas.microsoft.com/office/drawing/2014/main" id="{14639E5C-EF58-65A1-C364-F58DE761581C}"/>
              </a:ext>
            </a:extLst>
          </p:cNvPr>
          <p:cNvSpPr>
            <a:spLocks noGrp="1"/>
          </p:cNvSpPr>
          <p:nvPr>
            <p:ph type="pic" sz="quarter" idx="13"/>
          </p:nvPr>
        </p:nvSpPr>
        <p:spPr>
          <a:xfrm>
            <a:off x="510075" y="2293494"/>
            <a:ext cx="3666744" cy="4039044"/>
          </a:xfrm>
          <a:custGeom>
            <a:avLst/>
            <a:gdLst>
              <a:gd name="connsiteX0" fmla="*/ 292716 w 3666744"/>
              <a:gd name="connsiteY0" fmla="*/ 0 h 4039044"/>
              <a:gd name="connsiteX1" fmla="*/ 3374028 w 3666744"/>
              <a:gd name="connsiteY1" fmla="*/ 0 h 4039044"/>
              <a:gd name="connsiteX2" fmla="*/ 3666744 w 3666744"/>
              <a:gd name="connsiteY2" fmla="*/ 292716 h 4039044"/>
              <a:gd name="connsiteX3" fmla="*/ 3666744 w 3666744"/>
              <a:gd name="connsiteY3" fmla="*/ 3746328 h 4039044"/>
              <a:gd name="connsiteX4" fmla="*/ 3374028 w 3666744"/>
              <a:gd name="connsiteY4" fmla="*/ 4039044 h 4039044"/>
              <a:gd name="connsiteX5" fmla="*/ 292716 w 3666744"/>
              <a:gd name="connsiteY5" fmla="*/ 4039044 h 4039044"/>
              <a:gd name="connsiteX6" fmla="*/ 0 w 3666744"/>
              <a:gd name="connsiteY6" fmla="*/ 3746328 h 4039044"/>
              <a:gd name="connsiteX7" fmla="*/ 0 w 3666744"/>
              <a:gd name="connsiteY7" fmla="*/ 292716 h 4039044"/>
              <a:gd name="connsiteX8" fmla="*/ 292716 w 3666744"/>
              <a:gd name="connsiteY8" fmla="*/ 0 h 40390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66744" h="4039044">
                <a:moveTo>
                  <a:pt x="292716" y="0"/>
                </a:moveTo>
                <a:lnTo>
                  <a:pt x="3374028" y="0"/>
                </a:lnTo>
                <a:cubicBezTo>
                  <a:pt x="3535691" y="0"/>
                  <a:pt x="3666744" y="131053"/>
                  <a:pt x="3666744" y="292716"/>
                </a:cubicBezTo>
                <a:lnTo>
                  <a:pt x="3666744" y="3746328"/>
                </a:lnTo>
                <a:cubicBezTo>
                  <a:pt x="3666744" y="3907991"/>
                  <a:pt x="3535691" y="4039044"/>
                  <a:pt x="3374028" y="4039044"/>
                </a:cubicBezTo>
                <a:lnTo>
                  <a:pt x="292716" y="4039044"/>
                </a:lnTo>
                <a:cubicBezTo>
                  <a:pt x="131053" y="4039044"/>
                  <a:pt x="0" y="3907991"/>
                  <a:pt x="0" y="3746328"/>
                </a:cubicBezTo>
                <a:lnTo>
                  <a:pt x="0" y="292716"/>
                </a:lnTo>
                <a:cubicBezTo>
                  <a:pt x="0" y="131053"/>
                  <a:pt x="131053" y="0"/>
                  <a:pt x="292716" y="0"/>
                </a:cubicBezTo>
                <a:close/>
              </a:path>
            </a:pathLst>
          </a:custGeom>
          <a:blipFill>
            <a:blip r:embed="rId2"/>
            <a:stretch>
              <a:fillRect/>
            </a:stretch>
          </a:blipFill>
        </p:spPr>
        <p:txBody>
          <a:bodyPr wrap="square">
            <a:noAutofit/>
          </a:bodyPr>
          <a:lstStyle/>
          <a:p>
            <a:endParaRPr lang="en-US" dirty="0"/>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5120787" y="549275"/>
            <a:ext cx="6561138" cy="578815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18F07E44-C65E-4660-AB4F-6107555FBEFD}" type="datetime1">
              <a:rPr lang="en-US" smtClean="0"/>
              <a:t>11/21/2025</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Presented to: Arriba Advisors Prepared by: Shuva Mukhopadhyay</a:t>
            </a:r>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2043931485"/>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Big Number 1">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5B8561-D435-07DE-2456-79994CDFB83C}"/>
              </a:ext>
            </a:extLst>
          </p:cNvPr>
          <p:cNvSpPr>
            <a:spLocks noGrp="1"/>
          </p:cNvSpPr>
          <p:nvPr>
            <p:ph type="title" hasCustomPrompt="1"/>
          </p:nvPr>
        </p:nvSpPr>
        <p:spPr>
          <a:xfrm>
            <a:off x="493776" y="782804"/>
            <a:ext cx="11201400" cy="4206240"/>
          </a:xfrm>
        </p:spPr>
        <p:txBody>
          <a:bodyPr>
            <a:normAutofit/>
          </a:bodyPr>
          <a:lstStyle>
            <a:lvl1pPr algn="ctr">
              <a:defRPr sz="27800">
                <a:solidFill>
                  <a:schemeClr val="tx2">
                    <a:lumMod val="90000"/>
                    <a:lumOff val="10000"/>
                  </a:schemeClr>
                </a:solidFill>
              </a:defRPr>
            </a:lvl1pPr>
          </a:lstStyle>
          <a:p>
            <a:r>
              <a:rPr lang="en-US"/>
              <a:t>##%</a:t>
            </a:r>
          </a:p>
        </p:txBody>
      </p:sp>
      <p:sp>
        <p:nvSpPr>
          <p:cNvPr id="3" name="Date Placeholder 2">
            <a:extLst>
              <a:ext uri="{FF2B5EF4-FFF2-40B4-BE49-F238E27FC236}">
                <a16:creationId xmlns:a16="http://schemas.microsoft.com/office/drawing/2014/main" id="{615DF3EE-4BB8-4215-E053-BF3ED1BB9F97}"/>
              </a:ext>
            </a:extLst>
          </p:cNvPr>
          <p:cNvSpPr>
            <a:spLocks noGrp="1"/>
          </p:cNvSpPr>
          <p:nvPr>
            <p:ph type="dt" sz="half" idx="10"/>
          </p:nvPr>
        </p:nvSpPr>
        <p:spPr/>
        <p:txBody>
          <a:bodyPr/>
          <a:lstStyle/>
          <a:p>
            <a:fld id="{A99D430D-DA54-4401-9572-39D87566EA0E}" type="datetime1">
              <a:rPr lang="en-US" smtClean="0"/>
              <a:t>11/21/2025</a:t>
            </a:fld>
            <a:endParaRPr lang="en-US" dirty="0"/>
          </a:p>
        </p:txBody>
      </p:sp>
      <p:sp>
        <p:nvSpPr>
          <p:cNvPr id="4" name="Footer Placeholder 3">
            <a:extLst>
              <a:ext uri="{FF2B5EF4-FFF2-40B4-BE49-F238E27FC236}">
                <a16:creationId xmlns:a16="http://schemas.microsoft.com/office/drawing/2014/main" id="{943AE6E7-0083-439C-3FBC-ADE4BE86C1A4}"/>
              </a:ext>
            </a:extLst>
          </p:cNvPr>
          <p:cNvSpPr>
            <a:spLocks noGrp="1"/>
          </p:cNvSpPr>
          <p:nvPr>
            <p:ph type="ftr" sz="quarter" idx="11"/>
          </p:nvPr>
        </p:nvSpPr>
        <p:spPr/>
        <p:txBody>
          <a:bodyPr/>
          <a:lstStyle/>
          <a:p>
            <a:r>
              <a:rPr lang="en-US"/>
              <a:t>Presented to: Arriba Advisors Prepared by: Shuva Mukhopadhyay</a:t>
            </a:r>
            <a:endParaRPr lang="en-US" dirty="0"/>
          </a:p>
        </p:txBody>
      </p:sp>
      <p:sp>
        <p:nvSpPr>
          <p:cNvPr id="5" name="Slide Number Placeholder 4">
            <a:extLst>
              <a:ext uri="{FF2B5EF4-FFF2-40B4-BE49-F238E27FC236}">
                <a16:creationId xmlns:a16="http://schemas.microsoft.com/office/drawing/2014/main" id="{2AF27A3B-009A-1790-7D93-9A1F6351D8BE}"/>
              </a:ext>
            </a:extLst>
          </p:cNvPr>
          <p:cNvSpPr>
            <a:spLocks noGrp="1"/>
          </p:cNvSpPr>
          <p:nvPr>
            <p:ph type="sldNum" sz="quarter" idx="12"/>
          </p:nvPr>
        </p:nvSpPr>
        <p:spPr/>
        <p:txBody>
          <a:bodyPr/>
          <a:lstStyle/>
          <a:p>
            <a:fld id="{CC057153-B650-4DEB-B370-79DDCFDCE934}" type="slidenum">
              <a:rPr lang="en-US" smtClean="0"/>
              <a:pPr/>
              <a:t>‹#›</a:t>
            </a:fld>
            <a:endParaRPr lang="en-US" dirty="0"/>
          </a:p>
        </p:txBody>
      </p:sp>
      <p:sp>
        <p:nvSpPr>
          <p:cNvPr id="7" name="Content Placeholder 6">
            <a:extLst>
              <a:ext uri="{FF2B5EF4-FFF2-40B4-BE49-F238E27FC236}">
                <a16:creationId xmlns:a16="http://schemas.microsoft.com/office/drawing/2014/main" id="{A42AC33E-6837-F850-DF64-4475DAA059EE}"/>
              </a:ext>
            </a:extLst>
          </p:cNvPr>
          <p:cNvSpPr>
            <a:spLocks noGrp="1"/>
          </p:cNvSpPr>
          <p:nvPr>
            <p:ph sz="quarter" idx="13"/>
          </p:nvPr>
        </p:nvSpPr>
        <p:spPr>
          <a:xfrm>
            <a:off x="493775" y="4989044"/>
            <a:ext cx="11201399" cy="1225296"/>
          </a:xfrm>
        </p:spPr>
        <p:txBody>
          <a:bodyPr>
            <a:normAutofit/>
          </a:bodyPr>
          <a:lstStyle>
            <a:lvl1pPr marL="0" indent="0" algn="ctr">
              <a:buNone/>
              <a:defRPr sz="2400">
                <a:solidFill>
                  <a:schemeClr val="tx2">
                    <a:lumMod val="90000"/>
                    <a:lumOff val="10000"/>
                  </a:schemeClr>
                </a:solidFill>
              </a:defRPr>
            </a:lvl1pPr>
            <a:lvl2pPr marL="228600" indent="0" algn="ctr">
              <a:buNone/>
              <a:defRPr sz="2000">
                <a:solidFill>
                  <a:schemeClr val="tx2">
                    <a:lumMod val="90000"/>
                    <a:lumOff val="10000"/>
                  </a:schemeClr>
                </a:solidFill>
              </a:defRPr>
            </a:lvl2pPr>
            <a:lvl3pPr marL="457200" indent="0" algn="ctr">
              <a:buNone/>
              <a:defRPr sz="1800">
                <a:solidFill>
                  <a:schemeClr val="tx2">
                    <a:lumMod val="90000"/>
                    <a:lumOff val="10000"/>
                  </a:schemeClr>
                </a:solidFill>
              </a:defRPr>
            </a:lvl3pPr>
            <a:lvl4pPr marL="685800" indent="0" algn="ctr">
              <a:buNone/>
              <a:defRPr sz="1600">
                <a:solidFill>
                  <a:schemeClr val="tx2">
                    <a:lumMod val="90000"/>
                    <a:lumOff val="10000"/>
                  </a:schemeClr>
                </a:solidFill>
              </a:defRPr>
            </a:lvl4pPr>
            <a:lvl5pPr marL="914400" indent="0" algn="ctr">
              <a:buNone/>
              <a:defRPr sz="1400">
                <a:solidFill>
                  <a:schemeClr val="tx2">
                    <a:lumMod val="90000"/>
                    <a:lumOff val="10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751127263"/>
      </p:ext>
    </p:extLst>
  </p:cSld>
  <p:clrMapOvr>
    <a:overrideClrMapping bg1="lt1" tx1="dk1" bg2="lt2" tx2="dk2" accent1="accent1" accent2="accent2" accent3="accent3" accent4="accent4" accent5="accent5" accent6="accent6" hlink="hlink" folHlink="folHlink"/>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Big Number 2">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5B8561-D435-07DE-2456-79994CDFB83C}"/>
              </a:ext>
            </a:extLst>
          </p:cNvPr>
          <p:cNvSpPr>
            <a:spLocks noGrp="1"/>
          </p:cNvSpPr>
          <p:nvPr>
            <p:ph type="title" hasCustomPrompt="1"/>
          </p:nvPr>
        </p:nvSpPr>
        <p:spPr>
          <a:xfrm>
            <a:off x="493776" y="782804"/>
            <a:ext cx="11201400" cy="4206240"/>
          </a:xfrm>
        </p:spPr>
        <p:txBody>
          <a:bodyPr>
            <a:normAutofit/>
          </a:bodyPr>
          <a:lstStyle>
            <a:lvl1pPr algn="ctr">
              <a:defRPr sz="27800"/>
            </a:lvl1pPr>
          </a:lstStyle>
          <a:p>
            <a:r>
              <a:rPr lang="en-US"/>
              <a:t>##%</a:t>
            </a:r>
          </a:p>
        </p:txBody>
      </p:sp>
      <p:sp>
        <p:nvSpPr>
          <p:cNvPr id="3" name="Date Placeholder 2">
            <a:extLst>
              <a:ext uri="{FF2B5EF4-FFF2-40B4-BE49-F238E27FC236}">
                <a16:creationId xmlns:a16="http://schemas.microsoft.com/office/drawing/2014/main" id="{615DF3EE-4BB8-4215-E053-BF3ED1BB9F97}"/>
              </a:ext>
            </a:extLst>
          </p:cNvPr>
          <p:cNvSpPr>
            <a:spLocks noGrp="1"/>
          </p:cNvSpPr>
          <p:nvPr>
            <p:ph type="dt" sz="half" idx="10"/>
          </p:nvPr>
        </p:nvSpPr>
        <p:spPr/>
        <p:txBody>
          <a:bodyPr/>
          <a:lstStyle/>
          <a:p>
            <a:fld id="{CD3E1C38-18A4-4848-9364-084EEDEF1CC2}" type="datetime1">
              <a:rPr lang="en-US" smtClean="0"/>
              <a:t>11/21/2025</a:t>
            </a:fld>
            <a:endParaRPr lang="en-US" dirty="0"/>
          </a:p>
        </p:txBody>
      </p:sp>
      <p:sp>
        <p:nvSpPr>
          <p:cNvPr id="4" name="Footer Placeholder 3">
            <a:extLst>
              <a:ext uri="{FF2B5EF4-FFF2-40B4-BE49-F238E27FC236}">
                <a16:creationId xmlns:a16="http://schemas.microsoft.com/office/drawing/2014/main" id="{943AE6E7-0083-439C-3FBC-ADE4BE86C1A4}"/>
              </a:ext>
            </a:extLst>
          </p:cNvPr>
          <p:cNvSpPr>
            <a:spLocks noGrp="1"/>
          </p:cNvSpPr>
          <p:nvPr>
            <p:ph type="ftr" sz="quarter" idx="11"/>
          </p:nvPr>
        </p:nvSpPr>
        <p:spPr/>
        <p:txBody>
          <a:bodyPr/>
          <a:lstStyle/>
          <a:p>
            <a:r>
              <a:rPr lang="en-US"/>
              <a:t>Presented to: Arriba Advisors Prepared by: Shuva Mukhopadhyay</a:t>
            </a:r>
            <a:endParaRPr lang="en-US" dirty="0"/>
          </a:p>
        </p:txBody>
      </p:sp>
      <p:sp>
        <p:nvSpPr>
          <p:cNvPr id="5" name="Slide Number Placeholder 4">
            <a:extLst>
              <a:ext uri="{FF2B5EF4-FFF2-40B4-BE49-F238E27FC236}">
                <a16:creationId xmlns:a16="http://schemas.microsoft.com/office/drawing/2014/main" id="{2AF27A3B-009A-1790-7D93-9A1F6351D8BE}"/>
              </a:ext>
            </a:extLst>
          </p:cNvPr>
          <p:cNvSpPr>
            <a:spLocks noGrp="1"/>
          </p:cNvSpPr>
          <p:nvPr>
            <p:ph type="sldNum" sz="quarter" idx="12"/>
          </p:nvPr>
        </p:nvSpPr>
        <p:spPr/>
        <p:txBody>
          <a:bodyPr/>
          <a:lstStyle/>
          <a:p>
            <a:fld id="{CC057153-B650-4DEB-B370-79DDCFDCE934}" type="slidenum">
              <a:rPr lang="en-US" smtClean="0"/>
              <a:pPr/>
              <a:t>‹#›</a:t>
            </a:fld>
            <a:endParaRPr lang="en-US" dirty="0"/>
          </a:p>
        </p:txBody>
      </p:sp>
      <p:sp>
        <p:nvSpPr>
          <p:cNvPr id="7" name="Content Placeholder 6">
            <a:extLst>
              <a:ext uri="{FF2B5EF4-FFF2-40B4-BE49-F238E27FC236}">
                <a16:creationId xmlns:a16="http://schemas.microsoft.com/office/drawing/2014/main" id="{A42AC33E-6837-F850-DF64-4475DAA059EE}"/>
              </a:ext>
            </a:extLst>
          </p:cNvPr>
          <p:cNvSpPr>
            <a:spLocks noGrp="1"/>
          </p:cNvSpPr>
          <p:nvPr>
            <p:ph sz="quarter" idx="13"/>
          </p:nvPr>
        </p:nvSpPr>
        <p:spPr>
          <a:xfrm>
            <a:off x="493776" y="4989044"/>
            <a:ext cx="11201400" cy="1225296"/>
          </a:xfrm>
        </p:spPr>
        <p:txBody>
          <a:bodyPr>
            <a:normAutofit/>
          </a:bodyPr>
          <a:lstStyle>
            <a:lvl1pPr marL="0" indent="0" algn="ctr">
              <a:buNone/>
              <a:defRPr sz="2800"/>
            </a:lvl1pPr>
            <a:lvl2pPr marL="228600" indent="0" algn="ctr">
              <a:buNone/>
              <a:defRPr sz="2400"/>
            </a:lvl2pPr>
            <a:lvl3pPr marL="457200" indent="0" algn="ctr">
              <a:buNone/>
              <a:defRPr sz="2000"/>
            </a:lvl3pPr>
            <a:lvl4pPr marL="685800" indent="0" algn="ctr">
              <a:buNone/>
              <a:defRPr sz="1800"/>
            </a:lvl4pPr>
            <a:lvl5pPr marL="914400" indent="0" algn="ctr">
              <a:buNone/>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822022814"/>
      </p:ext>
    </p:extLst>
  </p:cSld>
  <p:clrMapOvr>
    <a:overrideClrMapping bg1="lt1" tx1="dk1" bg2="lt2" tx2="dk2" accent1="accent1" accent2="accent2" accent3="accent3" accent4="accent4" accent5="accent5" accent6="accent6" hlink="hlink" folHlink="folHlink"/>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Big Number 3">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5B8561-D435-07DE-2456-79994CDFB83C}"/>
              </a:ext>
            </a:extLst>
          </p:cNvPr>
          <p:cNvSpPr>
            <a:spLocks noGrp="1"/>
          </p:cNvSpPr>
          <p:nvPr>
            <p:ph type="title" hasCustomPrompt="1"/>
          </p:nvPr>
        </p:nvSpPr>
        <p:spPr>
          <a:xfrm>
            <a:off x="429768" y="603504"/>
            <a:ext cx="11201400" cy="4206240"/>
          </a:xfrm>
        </p:spPr>
        <p:txBody>
          <a:bodyPr>
            <a:normAutofit/>
          </a:bodyPr>
          <a:lstStyle>
            <a:lvl1pPr algn="l">
              <a:defRPr sz="27800">
                <a:solidFill>
                  <a:schemeClr val="tx2">
                    <a:lumMod val="90000"/>
                    <a:lumOff val="10000"/>
                  </a:schemeClr>
                </a:solidFill>
              </a:defRPr>
            </a:lvl1pPr>
          </a:lstStyle>
          <a:p>
            <a:r>
              <a:rPr lang="en-US"/>
              <a:t>##%</a:t>
            </a:r>
          </a:p>
        </p:txBody>
      </p:sp>
      <p:sp>
        <p:nvSpPr>
          <p:cNvPr id="3" name="Date Placeholder 2">
            <a:extLst>
              <a:ext uri="{FF2B5EF4-FFF2-40B4-BE49-F238E27FC236}">
                <a16:creationId xmlns:a16="http://schemas.microsoft.com/office/drawing/2014/main" id="{615DF3EE-4BB8-4215-E053-BF3ED1BB9F97}"/>
              </a:ext>
            </a:extLst>
          </p:cNvPr>
          <p:cNvSpPr>
            <a:spLocks noGrp="1"/>
          </p:cNvSpPr>
          <p:nvPr>
            <p:ph type="dt" sz="half" idx="10"/>
          </p:nvPr>
        </p:nvSpPr>
        <p:spPr/>
        <p:txBody>
          <a:bodyPr/>
          <a:lstStyle/>
          <a:p>
            <a:fld id="{310F4CAD-5AE0-43FE-95D5-119788F2DD37}" type="datetime1">
              <a:rPr lang="en-US" smtClean="0"/>
              <a:t>11/21/2025</a:t>
            </a:fld>
            <a:endParaRPr lang="en-US" dirty="0"/>
          </a:p>
        </p:txBody>
      </p:sp>
      <p:sp>
        <p:nvSpPr>
          <p:cNvPr id="4" name="Footer Placeholder 3">
            <a:extLst>
              <a:ext uri="{FF2B5EF4-FFF2-40B4-BE49-F238E27FC236}">
                <a16:creationId xmlns:a16="http://schemas.microsoft.com/office/drawing/2014/main" id="{943AE6E7-0083-439C-3FBC-ADE4BE86C1A4}"/>
              </a:ext>
            </a:extLst>
          </p:cNvPr>
          <p:cNvSpPr>
            <a:spLocks noGrp="1"/>
          </p:cNvSpPr>
          <p:nvPr>
            <p:ph type="ftr" sz="quarter" idx="11"/>
          </p:nvPr>
        </p:nvSpPr>
        <p:spPr/>
        <p:txBody>
          <a:bodyPr/>
          <a:lstStyle/>
          <a:p>
            <a:r>
              <a:rPr lang="en-US"/>
              <a:t>Presented to: Arriba Advisors Prepared by: Shuva Mukhopadhyay</a:t>
            </a:r>
            <a:endParaRPr lang="en-US" dirty="0"/>
          </a:p>
        </p:txBody>
      </p:sp>
      <p:sp>
        <p:nvSpPr>
          <p:cNvPr id="5" name="Slide Number Placeholder 4">
            <a:extLst>
              <a:ext uri="{FF2B5EF4-FFF2-40B4-BE49-F238E27FC236}">
                <a16:creationId xmlns:a16="http://schemas.microsoft.com/office/drawing/2014/main" id="{2AF27A3B-009A-1790-7D93-9A1F6351D8BE}"/>
              </a:ext>
            </a:extLst>
          </p:cNvPr>
          <p:cNvSpPr>
            <a:spLocks noGrp="1"/>
          </p:cNvSpPr>
          <p:nvPr>
            <p:ph type="sldNum" sz="quarter" idx="12"/>
          </p:nvPr>
        </p:nvSpPr>
        <p:spPr/>
        <p:txBody>
          <a:bodyPr/>
          <a:lstStyle/>
          <a:p>
            <a:fld id="{CC057153-B650-4DEB-B370-79DDCFDCE934}" type="slidenum">
              <a:rPr lang="en-US" smtClean="0"/>
              <a:pPr/>
              <a:t>‹#›</a:t>
            </a:fld>
            <a:endParaRPr lang="en-US" dirty="0"/>
          </a:p>
        </p:txBody>
      </p:sp>
      <p:sp>
        <p:nvSpPr>
          <p:cNvPr id="7" name="Content Placeholder 6">
            <a:extLst>
              <a:ext uri="{FF2B5EF4-FFF2-40B4-BE49-F238E27FC236}">
                <a16:creationId xmlns:a16="http://schemas.microsoft.com/office/drawing/2014/main" id="{A42AC33E-6837-F850-DF64-4475DAA059EE}"/>
              </a:ext>
            </a:extLst>
          </p:cNvPr>
          <p:cNvSpPr>
            <a:spLocks noGrp="1"/>
          </p:cNvSpPr>
          <p:nvPr>
            <p:ph sz="quarter" idx="13"/>
          </p:nvPr>
        </p:nvSpPr>
        <p:spPr>
          <a:xfrm>
            <a:off x="429768" y="4809744"/>
            <a:ext cx="5897880" cy="1353312"/>
          </a:xfrm>
        </p:spPr>
        <p:txBody>
          <a:bodyPr>
            <a:normAutofit/>
          </a:bodyPr>
          <a:lstStyle>
            <a:lvl1pPr marL="0" indent="0" algn="l">
              <a:buNone/>
              <a:defRPr sz="2800">
                <a:solidFill>
                  <a:schemeClr val="tx2">
                    <a:lumMod val="90000"/>
                    <a:lumOff val="10000"/>
                  </a:schemeClr>
                </a:solidFill>
              </a:defRPr>
            </a:lvl1pPr>
            <a:lvl2pPr marL="228600" indent="0" algn="l">
              <a:buNone/>
              <a:defRPr sz="2400">
                <a:solidFill>
                  <a:schemeClr val="tx2">
                    <a:lumMod val="90000"/>
                    <a:lumOff val="10000"/>
                  </a:schemeClr>
                </a:solidFill>
              </a:defRPr>
            </a:lvl2pPr>
            <a:lvl3pPr marL="457200" indent="0" algn="l">
              <a:buNone/>
              <a:defRPr sz="2000">
                <a:solidFill>
                  <a:schemeClr val="tx2">
                    <a:lumMod val="90000"/>
                    <a:lumOff val="10000"/>
                  </a:schemeClr>
                </a:solidFill>
              </a:defRPr>
            </a:lvl3pPr>
            <a:lvl4pPr marL="685800" indent="0" algn="l">
              <a:buNone/>
              <a:defRPr sz="1800">
                <a:solidFill>
                  <a:schemeClr val="tx2">
                    <a:lumMod val="90000"/>
                    <a:lumOff val="10000"/>
                  </a:schemeClr>
                </a:solidFill>
              </a:defRPr>
            </a:lvl4pPr>
            <a:lvl5pPr marL="914400" indent="0" algn="l">
              <a:buNone/>
              <a:defRPr sz="1600">
                <a:solidFill>
                  <a:schemeClr val="tx2">
                    <a:lumMod val="90000"/>
                    <a:lumOff val="10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942988932"/>
      </p:ext>
    </p:extLst>
  </p:cSld>
  <p:clrMapOvr>
    <a:overrideClrMapping bg1="lt1" tx1="dk1" bg2="lt2" tx2="dk2" accent1="accent1" accent2="accent2" accent3="accent3" accent4="accent4" accent5="accent5" accent6="accent6" hlink="hlink" folHlink="folHlink"/>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userDrawn="1">
  <p:cSld name="Statem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1133856"/>
          </a:xfrm>
        </p:spPr>
        <p:txBody>
          <a:bodyPr/>
          <a:lstStyle/>
          <a:p>
            <a:r>
              <a:rPr lang="en-US"/>
              <a:t>Click to edit Master title style</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13E1F751-ED42-4298-8F9E-C3EB1DF027FE}" type="datetime1">
              <a:rPr lang="en-US" smtClean="0"/>
              <a:t>11/21/2025</a:t>
            </a:fld>
            <a:endParaRPr lang="en-US" dirty="0"/>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r>
              <a:rPr lang="en-US"/>
              <a:t>Presented to: Arriba Advisors Prepared by: Shuva Mukhopadhyay</a:t>
            </a:r>
            <a:endParaRPr lang="en-US" dirty="0"/>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CC057153-B650-4DEB-B370-79DDCFDCE934}" type="slidenum">
              <a:rPr lang="en-US" smtClean="0"/>
              <a:pPr/>
              <a:t>‹#›</a:t>
            </a:fld>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612648" y="548640"/>
            <a:ext cx="8266176" cy="5605272"/>
          </a:xfrm>
        </p:spPr>
        <p:txBody>
          <a:bodyPr anchor="t">
            <a:noAutofit/>
          </a:bodyPr>
          <a:lstStyle>
            <a:lvl1pPr marL="0" indent="0">
              <a:lnSpc>
                <a:spcPct val="100000"/>
              </a:lnSpc>
              <a:buNone/>
              <a:defRPr sz="5000" b="1"/>
            </a:lvl1pPr>
            <a:lvl2pPr marL="228600" indent="0">
              <a:lnSpc>
                <a:spcPct val="100000"/>
              </a:lnSpc>
              <a:buNone/>
              <a:defRPr sz="4400" b="1"/>
            </a:lvl2pPr>
            <a:lvl3pPr marL="457200" indent="0">
              <a:lnSpc>
                <a:spcPct val="100000"/>
              </a:lnSpc>
              <a:buNone/>
              <a:defRPr sz="4000" b="1"/>
            </a:lvl3pPr>
            <a:lvl4pPr marL="685800" indent="0">
              <a:lnSpc>
                <a:spcPct val="100000"/>
              </a:lnSpc>
              <a:buNone/>
              <a:defRPr sz="3600" b="1"/>
            </a:lvl4pPr>
            <a:lvl5pPr marL="914400" indent="0">
              <a:lnSpc>
                <a:spcPct val="100000"/>
              </a:lnSpc>
              <a:buNone/>
              <a:defRPr sz="3200" b="1"/>
            </a:lvl5pPr>
          </a:lstStyle>
          <a:p>
            <a:pPr lvl="0"/>
            <a:r>
              <a:rPr lang="en-US"/>
              <a:t>Click to edit Statement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910952535"/>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3F0761-EA67-F7D1-62E4-095EADA262F0}"/>
              </a:ext>
            </a:extLst>
          </p:cNvPr>
          <p:cNvSpPr>
            <a:spLocks noGrp="1"/>
          </p:cNvSpPr>
          <p:nvPr>
            <p:ph type="title" hasCustomPrompt="1"/>
          </p:nvPr>
        </p:nvSpPr>
        <p:spPr>
          <a:xfrm>
            <a:off x="1499616" y="1823376"/>
            <a:ext cx="9198864" cy="2875175"/>
          </a:xfrm>
        </p:spPr>
        <p:txBody>
          <a:bodyPr anchor="ctr">
            <a:normAutofit/>
          </a:bodyPr>
          <a:lstStyle>
            <a:lvl1pPr>
              <a:defRPr sz="4400"/>
            </a:lvl1pPr>
          </a:lstStyle>
          <a:p>
            <a:r>
              <a:rPr lang="en-US"/>
              <a:t>Click to edit Quote</a:t>
            </a:r>
          </a:p>
        </p:txBody>
      </p:sp>
      <p:sp>
        <p:nvSpPr>
          <p:cNvPr id="3" name="Date Placeholder 2">
            <a:extLst>
              <a:ext uri="{FF2B5EF4-FFF2-40B4-BE49-F238E27FC236}">
                <a16:creationId xmlns:a16="http://schemas.microsoft.com/office/drawing/2014/main" id="{49A78CD0-57A9-DB86-E3A3-40628E6D68B7}"/>
              </a:ext>
            </a:extLst>
          </p:cNvPr>
          <p:cNvSpPr>
            <a:spLocks noGrp="1"/>
          </p:cNvSpPr>
          <p:nvPr>
            <p:ph type="dt" sz="half" idx="10"/>
          </p:nvPr>
        </p:nvSpPr>
        <p:spPr/>
        <p:txBody>
          <a:bodyPr/>
          <a:lstStyle/>
          <a:p>
            <a:fld id="{D0DD015E-582D-4E84-88F4-24A68FE4DBF7}" type="datetime1">
              <a:rPr lang="en-US" smtClean="0"/>
              <a:t>11/21/2025</a:t>
            </a:fld>
            <a:endParaRPr lang="en-US" dirty="0"/>
          </a:p>
        </p:txBody>
      </p:sp>
      <p:sp>
        <p:nvSpPr>
          <p:cNvPr id="4" name="Footer Placeholder 3">
            <a:extLst>
              <a:ext uri="{FF2B5EF4-FFF2-40B4-BE49-F238E27FC236}">
                <a16:creationId xmlns:a16="http://schemas.microsoft.com/office/drawing/2014/main" id="{B54C2DF4-76B6-1299-74E1-66F403C01A3C}"/>
              </a:ext>
            </a:extLst>
          </p:cNvPr>
          <p:cNvSpPr>
            <a:spLocks noGrp="1"/>
          </p:cNvSpPr>
          <p:nvPr>
            <p:ph type="ftr" sz="quarter" idx="11"/>
          </p:nvPr>
        </p:nvSpPr>
        <p:spPr/>
        <p:txBody>
          <a:bodyPr/>
          <a:lstStyle/>
          <a:p>
            <a:r>
              <a:rPr lang="en-US"/>
              <a:t>Presented to: Arriba Advisors Prepared by: Shuva Mukhopadhyay</a:t>
            </a:r>
            <a:endParaRPr lang="en-US" dirty="0"/>
          </a:p>
        </p:txBody>
      </p:sp>
      <p:sp>
        <p:nvSpPr>
          <p:cNvPr id="5" name="Slide Number Placeholder 4">
            <a:extLst>
              <a:ext uri="{FF2B5EF4-FFF2-40B4-BE49-F238E27FC236}">
                <a16:creationId xmlns:a16="http://schemas.microsoft.com/office/drawing/2014/main" id="{2535CA15-3DFE-125B-C658-77179EDEA2F0}"/>
              </a:ext>
            </a:extLst>
          </p:cNvPr>
          <p:cNvSpPr>
            <a:spLocks noGrp="1"/>
          </p:cNvSpPr>
          <p:nvPr>
            <p:ph type="sldNum" sz="quarter" idx="12"/>
          </p:nvPr>
        </p:nvSpPr>
        <p:spPr/>
        <p:txBody>
          <a:bodyPr/>
          <a:lstStyle/>
          <a:p>
            <a:fld id="{CC057153-B650-4DEB-B370-79DDCFDCE934}" type="slidenum">
              <a:rPr lang="en-US" smtClean="0"/>
              <a:pPr/>
              <a:t>‹#›</a:t>
            </a:fld>
            <a:endParaRPr lang="en-US" dirty="0"/>
          </a:p>
        </p:txBody>
      </p:sp>
      <p:sp>
        <p:nvSpPr>
          <p:cNvPr id="7" name="Content Placeholder 6">
            <a:extLst>
              <a:ext uri="{FF2B5EF4-FFF2-40B4-BE49-F238E27FC236}">
                <a16:creationId xmlns:a16="http://schemas.microsoft.com/office/drawing/2014/main" id="{E5FAB025-061F-4B04-451A-37E42755863E}"/>
              </a:ext>
            </a:extLst>
          </p:cNvPr>
          <p:cNvSpPr>
            <a:spLocks noGrp="1"/>
          </p:cNvSpPr>
          <p:nvPr>
            <p:ph sz="quarter" idx="13" hasCustomPrompt="1"/>
          </p:nvPr>
        </p:nvSpPr>
        <p:spPr>
          <a:xfrm>
            <a:off x="1499616" y="5276088"/>
            <a:ext cx="9198864" cy="466344"/>
          </a:xfrm>
        </p:spPr>
        <p:txBody>
          <a:bodyPr>
            <a:normAutofit/>
          </a:bodyPr>
          <a:lstStyle>
            <a:lvl1pPr marL="0" indent="0">
              <a:buNone/>
              <a:defRPr sz="2200" b="1">
                <a:solidFill>
                  <a:schemeClr val="tx2">
                    <a:lumMod val="75000"/>
                    <a:lumOff val="25000"/>
                  </a:schemeClr>
                </a:solidFill>
              </a:defRPr>
            </a:lvl1pPr>
            <a:lvl2pPr marL="228600" indent="0">
              <a:buNone/>
              <a:defRPr sz="2000" b="1">
                <a:solidFill>
                  <a:schemeClr val="tx2">
                    <a:lumMod val="75000"/>
                    <a:lumOff val="25000"/>
                  </a:schemeClr>
                </a:solidFill>
              </a:defRPr>
            </a:lvl2pPr>
            <a:lvl3pPr marL="457200" indent="0">
              <a:buNone/>
              <a:defRPr sz="1800" b="1">
                <a:solidFill>
                  <a:schemeClr val="tx2">
                    <a:lumMod val="75000"/>
                    <a:lumOff val="25000"/>
                  </a:schemeClr>
                </a:solidFill>
              </a:defRPr>
            </a:lvl3pPr>
            <a:lvl4pPr marL="685800" indent="0">
              <a:buNone/>
              <a:defRPr sz="1600" b="1">
                <a:solidFill>
                  <a:schemeClr val="tx2">
                    <a:lumMod val="75000"/>
                    <a:lumOff val="25000"/>
                  </a:schemeClr>
                </a:solidFill>
              </a:defRPr>
            </a:lvl4pPr>
            <a:lvl5pPr marL="914400" indent="0">
              <a:buNone/>
              <a:defRPr sz="1400" b="1">
                <a:solidFill>
                  <a:schemeClr val="tx2">
                    <a:lumMod val="75000"/>
                    <a:lumOff val="25000"/>
                  </a:schemeClr>
                </a:solidFill>
              </a:defRPr>
            </a:lvl5pPr>
          </a:lstStyle>
          <a:p>
            <a:pPr lvl="0"/>
            <a:r>
              <a:rPr lang="en-US"/>
              <a:t>Quote Author</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580009085"/>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Quote 2">
    <p:spTree>
      <p:nvGrpSpPr>
        <p:cNvPr id="1" name=""/>
        <p:cNvGrpSpPr/>
        <p:nvPr/>
      </p:nvGrpSpPr>
      <p:grpSpPr>
        <a:xfrm>
          <a:off x="0" y="0"/>
          <a:ext cx="0" cy="0"/>
          <a:chOff x="0" y="0"/>
          <a:chExt cx="0" cy="0"/>
        </a:xfrm>
      </p:grpSpPr>
      <p:sp>
        <p:nvSpPr>
          <p:cNvPr id="6" name="Rectangle: Rounded Corners 5">
            <a:extLst>
              <a:ext uri="{FF2B5EF4-FFF2-40B4-BE49-F238E27FC236}">
                <a16:creationId xmlns:a16="http://schemas.microsoft.com/office/drawing/2014/main" id="{04A9563B-AAD5-FEB6-A529-82D8BF95E524}"/>
              </a:ext>
            </a:extLst>
          </p:cNvPr>
          <p:cNvSpPr/>
          <p:nvPr userDrawn="1"/>
        </p:nvSpPr>
        <p:spPr>
          <a:xfrm>
            <a:off x="806386" y="760151"/>
            <a:ext cx="10579222" cy="5337698"/>
          </a:xfrm>
          <a:prstGeom prst="roundRect">
            <a:avLst>
              <a:gd name="adj" fmla="val 6093"/>
            </a:avLst>
          </a:prstGeom>
          <a:solidFill>
            <a:schemeClr val="bg2"/>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0EDE6"/>
              </a:solidFill>
              <a:effectLst/>
              <a:uLnTx/>
              <a:uFillTx/>
              <a:latin typeface="Neue Haas Grotesk Text Pro"/>
              <a:ea typeface="+mn-ea"/>
              <a:cs typeface="+mn-cs"/>
            </a:endParaRPr>
          </a:p>
        </p:txBody>
      </p:sp>
      <p:sp>
        <p:nvSpPr>
          <p:cNvPr id="2" name="Title 1">
            <a:extLst>
              <a:ext uri="{FF2B5EF4-FFF2-40B4-BE49-F238E27FC236}">
                <a16:creationId xmlns:a16="http://schemas.microsoft.com/office/drawing/2014/main" id="{823F0761-EA67-F7D1-62E4-095EADA262F0}"/>
              </a:ext>
            </a:extLst>
          </p:cNvPr>
          <p:cNvSpPr>
            <a:spLocks noGrp="1"/>
          </p:cNvSpPr>
          <p:nvPr>
            <p:ph type="title" hasCustomPrompt="1"/>
          </p:nvPr>
        </p:nvSpPr>
        <p:spPr>
          <a:xfrm>
            <a:off x="1655064" y="2092751"/>
            <a:ext cx="8695944" cy="2128102"/>
          </a:xfrm>
        </p:spPr>
        <p:txBody>
          <a:bodyPr anchor="ctr">
            <a:normAutofit/>
          </a:bodyPr>
          <a:lstStyle>
            <a:lvl1pPr>
              <a:lnSpc>
                <a:spcPct val="100000"/>
              </a:lnSpc>
              <a:defRPr sz="3800"/>
            </a:lvl1pPr>
          </a:lstStyle>
          <a:p>
            <a:r>
              <a:rPr lang="en-US"/>
              <a:t>Click to edit Quote</a:t>
            </a:r>
          </a:p>
        </p:txBody>
      </p:sp>
      <p:sp>
        <p:nvSpPr>
          <p:cNvPr id="3" name="Date Placeholder 2">
            <a:extLst>
              <a:ext uri="{FF2B5EF4-FFF2-40B4-BE49-F238E27FC236}">
                <a16:creationId xmlns:a16="http://schemas.microsoft.com/office/drawing/2014/main" id="{49A78CD0-57A9-DB86-E3A3-40628E6D68B7}"/>
              </a:ext>
            </a:extLst>
          </p:cNvPr>
          <p:cNvSpPr>
            <a:spLocks noGrp="1"/>
          </p:cNvSpPr>
          <p:nvPr>
            <p:ph type="dt" sz="half" idx="10"/>
          </p:nvPr>
        </p:nvSpPr>
        <p:spPr/>
        <p:txBody>
          <a:bodyPr/>
          <a:lstStyle/>
          <a:p>
            <a:fld id="{B771FD26-F5E3-4DB8-B4C6-77C57D9B8EFB}" type="datetime1">
              <a:rPr lang="en-US" smtClean="0"/>
              <a:t>11/21/2025</a:t>
            </a:fld>
            <a:endParaRPr lang="en-US" dirty="0"/>
          </a:p>
        </p:txBody>
      </p:sp>
      <p:sp>
        <p:nvSpPr>
          <p:cNvPr id="4" name="Footer Placeholder 3">
            <a:extLst>
              <a:ext uri="{FF2B5EF4-FFF2-40B4-BE49-F238E27FC236}">
                <a16:creationId xmlns:a16="http://schemas.microsoft.com/office/drawing/2014/main" id="{B54C2DF4-76B6-1299-74E1-66F403C01A3C}"/>
              </a:ext>
            </a:extLst>
          </p:cNvPr>
          <p:cNvSpPr>
            <a:spLocks noGrp="1"/>
          </p:cNvSpPr>
          <p:nvPr>
            <p:ph type="ftr" sz="quarter" idx="11"/>
          </p:nvPr>
        </p:nvSpPr>
        <p:spPr/>
        <p:txBody>
          <a:bodyPr/>
          <a:lstStyle/>
          <a:p>
            <a:r>
              <a:rPr lang="en-US"/>
              <a:t>Presented to: Arriba Advisors Prepared by: Shuva Mukhopadhyay</a:t>
            </a:r>
            <a:endParaRPr lang="en-US" dirty="0"/>
          </a:p>
        </p:txBody>
      </p:sp>
      <p:sp>
        <p:nvSpPr>
          <p:cNvPr id="5" name="Slide Number Placeholder 4">
            <a:extLst>
              <a:ext uri="{FF2B5EF4-FFF2-40B4-BE49-F238E27FC236}">
                <a16:creationId xmlns:a16="http://schemas.microsoft.com/office/drawing/2014/main" id="{2535CA15-3DFE-125B-C658-77179EDEA2F0}"/>
              </a:ext>
            </a:extLst>
          </p:cNvPr>
          <p:cNvSpPr>
            <a:spLocks noGrp="1"/>
          </p:cNvSpPr>
          <p:nvPr>
            <p:ph type="sldNum" sz="quarter" idx="12"/>
          </p:nvPr>
        </p:nvSpPr>
        <p:spPr/>
        <p:txBody>
          <a:bodyPr/>
          <a:lstStyle/>
          <a:p>
            <a:fld id="{CC057153-B650-4DEB-B370-79DDCFDCE934}" type="slidenum">
              <a:rPr lang="en-US" smtClean="0"/>
              <a:pPr/>
              <a:t>‹#›</a:t>
            </a:fld>
            <a:endParaRPr lang="en-US" dirty="0"/>
          </a:p>
        </p:txBody>
      </p:sp>
      <p:sp>
        <p:nvSpPr>
          <p:cNvPr id="7" name="Content Placeholder 6">
            <a:extLst>
              <a:ext uri="{FF2B5EF4-FFF2-40B4-BE49-F238E27FC236}">
                <a16:creationId xmlns:a16="http://schemas.microsoft.com/office/drawing/2014/main" id="{E5FAB025-061F-4B04-451A-37E42755863E}"/>
              </a:ext>
            </a:extLst>
          </p:cNvPr>
          <p:cNvSpPr>
            <a:spLocks noGrp="1"/>
          </p:cNvSpPr>
          <p:nvPr>
            <p:ph sz="quarter" idx="13" hasCustomPrompt="1"/>
          </p:nvPr>
        </p:nvSpPr>
        <p:spPr>
          <a:xfrm>
            <a:off x="1655064" y="5120640"/>
            <a:ext cx="8695944" cy="621792"/>
          </a:xfrm>
        </p:spPr>
        <p:txBody>
          <a:bodyPr vert="horz" lIns="91440" tIns="45720" rIns="91440" bIns="45720" rtlCol="0" anchor="ctr">
            <a:normAutofit/>
          </a:bodyPr>
          <a:lstStyle>
            <a:lvl1pPr marL="0" indent="0">
              <a:buNone/>
              <a:defRPr lang="en-US" b="1" dirty="0"/>
            </a:lvl1pPr>
            <a:lvl2pPr marL="228600" indent="0">
              <a:buNone/>
              <a:defRPr lang="en-US" b="1" dirty="0"/>
            </a:lvl2pPr>
            <a:lvl3pPr marL="457200" indent="0">
              <a:buNone/>
              <a:defRPr lang="en-US" b="1" dirty="0"/>
            </a:lvl3pPr>
            <a:lvl4pPr marL="685800" indent="0">
              <a:buNone/>
              <a:defRPr lang="en-US" b="1" dirty="0"/>
            </a:lvl4pPr>
            <a:lvl5pPr marL="914400" indent="0">
              <a:buNone/>
              <a:defRPr lang="en-US" b="1" dirty="0"/>
            </a:lvl5pPr>
          </a:lstStyle>
          <a:p>
            <a:pPr lvl="0"/>
            <a:r>
              <a:rPr lang="en-US"/>
              <a:t>Quote Author</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546765943"/>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title" preserve="1">
  <p:cSld name="Quote 3">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429768" y="438912"/>
            <a:ext cx="9619488" cy="4526280"/>
          </a:xfrm>
        </p:spPr>
        <p:txBody>
          <a:bodyPr anchor="ctr">
            <a:normAutofit/>
          </a:bodyPr>
          <a:lstStyle>
            <a:lvl1pPr algn="l">
              <a:lnSpc>
                <a:spcPct val="100000"/>
              </a:lnSpc>
              <a:defRPr sz="4800">
                <a:solidFill>
                  <a:schemeClr val="tx1"/>
                </a:solidFill>
              </a:defRPr>
            </a:lvl1pPr>
          </a:lstStyle>
          <a:p>
            <a:r>
              <a:rPr lang="en-US"/>
              <a:t>Click to edit Quote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429768" y="4965192"/>
            <a:ext cx="5431536" cy="1289304"/>
          </a:xfrm>
        </p:spPr>
        <p:txBody>
          <a:bodyPr anchor="b">
            <a:normAutofit/>
          </a:bodyPr>
          <a:lstStyle>
            <a:lvl1pPr marL="0" indent="0" algn="l">
              <a:buNone/>
              <a:defRPr sz="1800" b="1">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1"/>
                </a:solidFill>
              </a:defRPr>
            </a:lvl1pPr>
          </a:lstStyle>
          <a:p>
            <a:fld id="{A07A044B-03E8-46ED-B2A7-4A4C4A20CC57}" type="datetime1">
              <a:rPr lang="en-US" smtClean="0"/>
              <a:t>11/21/2025</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1"/>
                </a:solidFill>
              </a:defRPr>
            </a:lvl1pPr>
          </a:lstStyle>
          <a:p>
            <a:r>
              <a:rPr lang="en-US"/>
              <a:t>Presented to: Arriba Advisors Prepared by: Shuva Mukhopadhyay</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2034255792"/>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userDrawn="1">
          <p15:clr>
            <a:srgbClr val="FBAE40"/>
          </p15:clr>
        </p15:guide>
        <p15:guide id="6" pos="3840" userDrawn="1">
          <p15:clr>
            <a:srgbClr val="FBAE40"/>
          </p15:clr>
        </p15:guide>
      </p15:sldGuideLst>
    </p:ext>
  </p:extLst>
</p:sldLayout>
</file>

<file path=ppt/slideLayouts/slideLayout57.xml><?xml version="1.0" encoding="utf-8"?>
<p:sldLayout xmlns:a="http://schemas.openxmlformats.org/drawingml/2006/main" xmlns:r="http://schemas.openxmlformats.org/officeDocument/2006/relationships" xmlns:p="http://schemas.openxmlformats.org/presentationml/2006/main" type="title" preserve="1">
  <p:cSld name="Quote 4">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429768" y="1179576"/>
            <a:ext cx="9317736" cy="3785616"/>
          </a:xfrm>
        </p:spPr>
        <p:txBody>
          <a:bodyPr anchor="b">
            <a:normAutofit/>
          </a:bodyPr>
          <a:lstStyle>
            <a:lvl1pPr algn="l">
              <a:lnSpc>
                <a:spcPct val="100000"/>
              </a:lnSpc>
              <a:defRPr sz="4800">
                <a:solidFill>
                  <a:schemeClr val="tx1"/>
                </a:solidFill>
              </a:defRPr>
            </a:lvl1pPr>
          </a:lstStyle>
          <a:p>
            <a:r>
              <a:rPr lang="en-US"/>
              <a:t>Click to edit Quote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429768" y="4965192"/>
            <a:ext cx="5431536" cy="1289304"/>
          </a:xfrm>
        </p:spPr>
        <p:txBody>
          <a:bodyPr anchor="ctr">
            <a:normAutofit/>
          </a:bodyPr>
          <a:lstStyle>
            <a:lvl1pPr marL="0" indent="0" algn="l">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1"/>
                </a:solidFill>
              </a:defRPr>
            </a:lvl1pPr>
          </a:lstStyle>
          <a:p>
            <a:fld id="{8AAC5338-E992-435F-88F6-A2DAF5B32769}" type="datetime1">
              <a:rPr lang="en-US" smtClean="0"/>
              <a:t>11/21/2025</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1"/>
                </a:solidFill>
              </a:defRPr>
            </a:lvl1pPr>
          </a:lstStyle>
          <a:p>
            <a:r>
              <a:rPr lang="en-US"/>
              <a:t>Presented to: Arriba Advisors Prepared by: Shuva Mukhopadhyay</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1385271243"/>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userDrawn="1">
          <p15:clr>
            <a:srgbClr val="FBAE40"/>
          </p15:clr>
        </p15:guide>
        <p15:guide id="6" pos="3840" userDrawn="1">
          <p15:clr>
            <a:srgbClr val="FBAE40"/>
          </p15:clr>
        </p15:guide>
      </p15:sldGuideLst>
    </p:ext>
  </p:extLs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29767" y="294248"/>
            <a:ext cx="11164825" cy="958480"/>
          </a:xfrm>
        </p:spPr>
        <p:txBody>
          <a:bodyPr/>
          <a:lstStyle/>
          <a:p>
            <a:r>
              <a:rPr lang="en-US"/>
              <a:t>Click to edit Master title style</a:t>
            </a:r>
          </a:p>
        </p:txBody>
      </p:sp>
      <p:sp>
        <p:nvSpPr>
          <p:cNvPr id="9" name="Text Placeholder 8">
            <a:extLst>
              <a:ext uri="{FF2B5EF4-FFF2-40B4-BE49-F238E27FC236}">
                <a16:creationId xmlns:a16="http://schemas.microsoft.com/office/drawing/2014/main" id="{DA7BFCD9-16A4-5745-7BB3-7836095FF16B}"/>
              </a:ext>
            </a:extLst>
          </p:cNvPr>
          <p:cNvSpPr>
            <a:spLocks noGrp="1"/>
          </p:cNvSpPr>
          <p:nvPr>
            <p:ph type="body" sz="quarter" idx="13"/>
          </p:nvPr>
        </p:nvSpPr>
        <p:spPr>
          <a:xfrm>
            <a:off x="430213" y="2020825"/>
            <a:ext cx="5211762" cy="4343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10">
            <a:extLst>
              <a:ext uri="{FF2B5EF4-FFF2-40B4-BE49-F238E27FC236}">
                <a16:creationId xmlns:a16="http://schemas.microsoft.com/office/drawing/2014/main" id="{F30EDC57-7D17-D4C8-5C60-A44A480EA997}"/>
              </a:ext>
            </a:extLst>
          </p:cNvPr>
          <p:cNvSpPr>
            <a:spLocks noGrp="1"/>
          </p:cNvSpPr>
          <p:nvPr>
            <p:ph type="body" sz="quarter" idx="14"/>
          </p:nvPr>
        </p:nvSpPr>
        <p:spPr>
          <a:xfrm>
            <a:off x="6381750" y="2020824"/>
            <a:ext cx="5213350" cy="4343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9DF74770-4005-4275-90EB-E8BB39FE5554}" type="datetime1">
              <a:rPr lang="en-US" smtClean="0"/>
              <a:t>11/21/2025</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Presented to: Arriba Advisors Prepared by: Shuva Mukhopadhyay</a:t>
            </a:r>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1529843311"/>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429768" y="276166"/>
            <a:ext cx="11164824" cy="976562"/>
          </a:xfrm>
        </p:spPr>
        <p:txBody>
          <a:bodyPr/>
          <a:lstStyle/>
          <a:p>
            <a:r>
              <a:rPr lang="en-US"/>
              <a:t>Click to edit Master title style</a:t>
            </a:r>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429767" y="1380744"/>
            <a:ext cx="5212080"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1" name="Text Placeholder 10">
            <a:extLst>
              <a:ext uri="{FF2B5EF4-FFF2-40B4-BE49-F238E27FC236}">
                <a16:creationId xmlns:a16="http://schemas.microsoft.com/office/drawing/2014/main" id="{7B5BB1DC-4DAA-D220-25A9-5752C158FDD3}"/>
              </a:ext>
            </a:extLst>
          </p:cNvPr>
          <p:cNvSpPr>
            <a:spLocks noGrp="1"/>
          </p:cNvSpPr>
          <p:nvPr>
            <p:ph type="body" sz="quarter" idx="13"/>
          </p:nvPr>
        </p:nvSpPr>
        <p:spPr>
          <a:xfrm>
            <a:off x="430213" y="2020888"/>
            <a:ext cx="5211762" cy="4343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382512" y="1380744"/>
            <a:ext cx="5212080"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3" name="Text Placeholder 12">
            <a:extLst>
              <a:ext uri="{FF2B5EF4-FFF2-40B4-BE49-F238E27FC236}">
                <a16:creationId xmlns:a16="http://schemas.microsoft.com/office/drawing/2014/main" id="{BAB67A04-5E8D-18C5-D47A-A5B5CFE568A1}"/>
              </a:ext>
            </a:extLst>
          </p:cNvPr>
          <p:cNvSpPr>
            <a:spLocks noGrp="1"/>
          </p:cNvSpPr>
          <p:nvPr>
            <p:ph type="body" sz="quarter" idx="14"/>
          </p:nvPr>
        </p:nvSpPr>
        <p:spPr>
          <a:xfrm>
            <a:off x="6381750" y="2020888"/>
            <a:ext cx="5213350" cy="4343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lstStyle/>
          <a:p>
            <a:fld id="{C60F33F2-5958-4F6D-BAA8-325416537BB3}" type="datetime1">
              <a:rPr lang="en-US" smtClean="0"/>
              <a:t>11/21/2025</a:t>
            </a:fld>
            <a:endParaRPr lang="en-US" dirty="0"/>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p>
            <a:r>
              <a:rPr lang="en-US"/>
              <a:t>Presented to: Arriba Advisors Prepared by: Shuva Mukhopadhyay</a:t>
            </a:r>
            <a:endParaRPr lang="en-US" dirty="0"/>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1583911161"/>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fld id="{7B9D3983-1AAA-4154-BB5D-65F95E25DE8A}" type="datetime1">
              <a:rPr lang="en-US" smtClean="0"/>
              <a:t>11/21/2025</a:t>
            </a:fld>
            <a:endParaRPr lang="en-US" dirty="0"/>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r>
              <a:rPr lang="en-US"/>
              <a:t>Presented to: Arriba Advisors Prepared by: Shuva Mukhopadhyay</a:t>
            </a:r>
            <a:endParaRPr lang="en-US" dirty="0"/>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2240888308"/>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p>
            <a:fld id="{0A8F7431-768F-49DC-A537-9A4CF19A4AA1}" type="datetime1">
              <a:rPr lang="en-US" smtClean="0"/>
              <a:t>11/21/2025</a:t>
            </a:fld>
            <a:endParaRPr lang="en-US" dirty="0"/>
          </a:p>
        </p:txBody>
      </p:sp>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p>
            <a:r>
              <a:rPr lang="en-US"/>
              <a:t>Presented to: Arriba Advisors Prepared by: Shuva Mukhopadhyay</a:t>
            </a:r>
            <a:endParaRPr lang="en-US" dirty="0"/>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2463832236"/>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429768" y="553616"/>
            <a:ext cx="3595634" cy="1757505"/>
          </a:xfrm>
        </p:spPr>
        <p:txBody>
          <a:bodyPr anchor="t">
            <a:normAutofit/>
          </a:bodyPr>
          <a:lstStyle>
            <a:lvl1pPr>
              <a:defRPr sz="2800"/>
            </a:lvl1pPr>
          </a:lstStyle>
          <a:p>
            <a:r>
              <a:rPr lang="en-US"/>
              <a:t>Click to edit Master title style</a:t>
            </a:r>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429769" y="2311121"/>
            <a:ext cx="3309608" cy="3993263"/>
          </a:xfrm>
        </p:spPr>
        <p:txBody>
          <a:bodyPr anchor="t">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5136995" y="553616"/>
            <a:ext cx="6466741" cy="5752566"/>
          </a:xfrm>
        </p:spPr>
        <p:txBody>
          <a:bodyPr>
            <a:normAutofit/>
          </a:bodyPr>
          <a:lstStyle>
            <a:lvl1pPr>
              <a:defRPr sz="2800"/>
            </a:lvl1pPr>
            <a:lvl2pPr>
              <a:defRPr sz="2400"/>
            </a:lvl2pPr>
            <a:lvl3pPr>
              <a:defRPr sz="2000"/>
            </a:lvl3pPr>
            <a:lvl4pPr>
              <a:defRPr sz="1800"/>
            </a:lvl4pPr>
            <a:lvl5pPr>
              <a:defRPr sz="1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p:txBody>
          <a:bodyPr/>
          <a:lstStyle/>
          <a:p>
            <a:fld id="{537624C2-C54D-4110-B58E-8DD4B40007CB}" type="datetime1">
              <a:rPr lang="en-US" smtClean="0"/>
              <a:t>11/21/2025</a:t>
            </a:fld>
            <a:endParaRPr lang="en-US" dirty="0"/>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p:txBody>
          <a:bodyPr/>
          <a:lstStyle/>
          <a:p>
            <a:r>
              <a:rPr lang="en-US"/>
              <a:t>Presented to: Arriba Advisors Prepared by: Shuva Mukhopadhyay</a:t>
            </a:r>
            <a:endParaRPr lang="en-US" dirty="0"/>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2433411451"/>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429768" y="557784"/>
            <a:ext cx="3713996" cy="2212313"/>
          </a:xfrm>
        </p:spPr>
        <p:txBody>
          <a:bodyPr anchor="t">
            <a:normAutofit/>
          </a:bodyPr>
          <a:lstStyle>
            <a:lvl1pPr>
              <a:defRPr sz="3200"/>
            </a:lvl1pPr>
          </a:lstStyle>
          <a:p>
            <a:r>
              <a:rPr lang="en-US"/>
              <a:t>Click to edit Master title style</a:t>
            </a:r>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429767" y="2826137"/>
            <a:ext cx="3310128" cy="3434638"/>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12" name="Picture Placeholder 2">
            <a:extLst>
              <a:ext uri="{FF2B5EF4-FFF2-40B4-BE49-F238E27FC236}">
                <a16:creationId xmlns:a16="http://schemas.microsoft.com/office/drawing/2014/main" id="{ADACA751-BBB2-3E33-EA6C-54B4A7F6842B}"/>
              </a:ext>
            </a:extLst>
          </p:cNvPr>
          <p:cNvSpPr>
            <a:spLocks noGrp="1"/>
          </p:cNvSpPr>
          <p:nvPr>
            <p:ph type="pic" idx="1"/>
          </p:nvPr>
        </p:nvSpPr>
        <p:spPr>
          <a:xfrm>
            <a:off x="5063319" y="342901"/>
            <a:ext cx="6785782" cy="6172198"/>
          </a:xfrm>
          <a:custGeom>
            <a:avLst/>
            <a:gdLst>
              <a:gd name="connsiteX0" fmla="*/ 264355 w 6785782"/>
              <a:gd name="connsiteY0" fmla="*/ 0 h 6172198"/>
              <a:gd name="connsiteX1" fmla="*/ 6521427 w 6785782"/>
              <a:gd name="connsiteY1" fmla="*/ 0 h 6172198"/>
              <a:gd name="connsiteX2" fmla="*/ 6785782 w 6785782"/>
              <a:gd name="connsiteY2" fmla="*/ 264355 h 6172198"/>
              <a:gd name="connsiteX3" fmla="*/ 6785782 w 6785782"/>
              <a:gd name="connsiteY3" fmla="*/ 5907843 h 6172198"/>
              <a:gd name="connsiteX4" fmla="*/ 6521427 w 6785782"/>
              <a:gd name="connsiteY4" fmla="*/ 6172198 h 6172198"/>
              <a:gd name="connsiteX5" fmla="*/ 264355 w 6785782"/>
              <a:gd name="connsiteY5" fmla="*/ 6172198 h 6172198"/>
              <a:gd name="connsiteX6" fmla="*/ 0 w 6785782"/>
              <a:gd name="connsiteY6" fmla="*/ 5907843 h 6172198"/>
              <a:gd name="connsiteX7" fmla="*/ 0 w 6785782"/>
              <a:gd name="connsiteY7" fmla="*/ 264355 h 6172198"/>
              <a:gd name="connsiteX8" fmla="*/ 264355 w 6785782"/>
              <a:gd name="connsiteY8" fmla="*/ 0 h 61721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785782" h="6172198">
                <a:moveTo>
                  <a:pt x="264355" y="0"/>
                </a:moveTo>
                <a:lnTo>
                  <a:pt x="6521427" y="0"/>
                </a:lnTo>
                <a:cubicBezTo>
                  <a:pt x="6667426" y="0"/>
                  <a:pt x="6785782" y="118356"/>
                  <a:pt x="6785782" y="264355"/>
                </a:cubicBezTo>
                <a:lnTo>
                  <a:pt x="6785782" y="5907843"/>
                </a:lnTo>
                <a:cubicBezTo>
                  <a:pt x="6785782" y="6053842"/>
                  <a:pt x="6667426" y="6172198"/>
                  <a:pt x="6521427" y="6172198"/>
                </a:cubicBezTo>
                <a:lnTo>
                  <a:pt x="264355" y="6172198"/>
                </a:lnTo>
                <a:cubicBezTo>
                  <a:pt x="118356" y="6172198"/>
                  <a:pt x="0" y="6053842"/>
                  <a:pt x="0" y="5907843"/>
                </a:cubicBezTo>
                <a:lnTo>
                  <a:pt x="0" y="264355"/>
                </a:lnTo>
                <a:cubicBezTo>
                  <a:pt x="0" y="118356"/>
                  <a:pt x="118356" y="0"/>
                  <a:pt x="264355" y="0"/>
                </a:cubicBezTo>
                <a:close/>
              </a:path>
            </a:pathLst>
          </a:custGeom>
          <a:blipFill>
            <a:blip r:embed="rId2"/>
            <a:stretch>
              <a:fillRect/>
            </a:stretch>
          </a:blipFill>
        </p:spPr>
        <p:txBody>
          <a:bodyPr wrap="square">
            <a:no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p:txBody>
          <a:bodyPr/>
          <a:lstStyle/>
          <a:p>
            <a:fld id="{1A8794D9-207C-4885-9FF6-BBB507B8344D}" type="datetime1">
              <a:rPr lang="en-US" smtClean="0"/>
              <a:t>11/21/2025</a:t>
            </a:fld>
            <a:endParaRPr lang="en-US" dirty="0"/>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p:txBody>
          <a:bodyPr/>
          <a:lstStyle/>
          <a:p>
            <a:r>
              <a:rPr lang="en-US"/>
              <a:t>Presented to: Arriba Advisors Prepared by: Shuva Mukhopadhyay</a:t>
            </a:r>
            <a:endParaRPr lang="en-US" dirty="0"/>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1047124765"/>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Conclusion">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29768" y="429768"/>
            <a:ext cx="10890374" cy="1627632"/>
          </a:xfrm>
        </p:spPr>
        <p:txBody>
          <a:bodyPr anchor="t">
            <a:noAutofit/>
          </a:bodyPr>
          <a:lstStyle>
            <a:lvl1pPr>
              <a:defRPr sz="8000"/>
            </a:lvl1pPr>
          </a:lstStyle>
          <a:p>
            <a:r>
              <a:rPr lang="en-US" dirty="0"/>
              <a:t>Click to edit Master title style</a:t>
            </a:r>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429768" y="3264408"/>
            <a:ext cx="10890374" cy="283464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F3678C96-2D32-48FD-A627-4321CE170333}" type="datetime1">
              <a:rPr lang="en-US" smtClean="0"/>
              <a:t>11/21/2025</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Presented to: Arriba Advisors Prepared by: Shuva Mukhopadhyay</a:t>
            </a:r>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1857164499"/>
      </p:ext>
    </p:extLst>
  </p:cSld>
  <p:clrMapOvr>
    <a:overrideClrMapping bg1="lt1" tx1="dk1" bg2="lt2" tx2="dk2" accent1="accent1" accent2="accent2" accent3="accent3" accent4="accent4" accent5="accent5" accent6="accent6" hlink="hlink" folHlink="folHlink"/>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Conclusion 2">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29768" y="1627318"/>
            <a:ext cx="7370064" cy="1842020"/>
          </a:xfrm>
        </p:spPr>
        <p:txBody>
          <a:bodyPr anchor="b">
            <a:normAutofit/>
          </a:bodyPr>
          <a:lstStyle>
            <a:lvl1pPr>
              <a:defRPr sz="6000"/>
            </a:lvl1pPr>
          </a:lstStyle>
          <a:p>
            <a:r>
              <a:rPr lang="en-US"/>
              <a:t>Click to edit Master title style</a:t>
            </a:r>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429768" y="3622673"/>
            <a:ext cx="7370064" cy="2231136"/>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170E69D9-9BF4-49F2-9F79-68E53C1A834C}" type="datetime1">
              <a:rPr lang="en-US" smtClean="0"/>
              <a:t>11/21/2025</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Presented to: Arriba Advisors Prepared by: Shuva Mukhopadhyay</a:t>
            </a:r>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054524759"/>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26.xml"/><Relationship Id="rId18" Type="http://schemas.openxmlformats.org/officeDocument/2006/relationships/slideLayout" Target="../slideLayouts/slideLayout31.xml"/><Relationship Id="rId26" Type="http://schemas.openxmlformats.org/officeDocument/2006/relationships/slideLayout" Target="../slideLayouts/slideLayout39.xml"/><Relationship Id="rId39" Type="http://schemas.openxmlformats.org/officeDocument/2006/relationships/slideLayout" Target="../slideLayouts/slideLayout52.xml"/><Relationship Id="rId21" Type="http://schemas.openxmlformats.org/officeDocument/2006/relationships/slideLayout" Target="../slideLayouts/slideLayout34.xml"/><Relationship Id="rId34" Type="http://schemas.openxmlformats.org/officeDocument/2006/relationships/slideLayout" Target="../slideLayouts/slideLayout47.xml"/><Relationship Id="rId42" Type="http://schemas.openxmlformats.org/officeDocument/2006/relationships/slideLayout" Target="../slideLayouts/slideLayout55.xml"/><Relationship Id="rId47" Type="http://schemas.openxmlformats.org/officeDocument/2006/relationships/slideLayout" Target="../slideLayouts/slideLayout60.xml"/><Relationship Id="rId50" Type="http://schemas.openxmlformats.org/officeDocument/2006/relationships/slideLayout" Target="../slideLayouts/slideLayout63.xml"/><Relationship Id="rId7" Type="http://schemas.openxmlformats.org/officeDocument/2006/relationships/slideLayout" Target="../slideLayouts/slideLayout20.xml"/><Relationship Id="rId2" Type="http://schemas.openxmlformats.org/officeDocument/2006/relationships/slideLayout" Target="../slideLayouts/slideLayout15.xml"/><Relationship Id="rId16" Type="http://schemas.openxmlformats.org/officeDocument/2006/relationships/slideLayout" Target="../slideLayouts/slideLayout29.xml"/><Relationship Id="rId29" Type="http://schemas.openxmlformats.org/officeDocument/2006/relationships/slideLayout" Target="../slideLayouts/slideLayout42.xml"/><Relationship Id="rId11" Type="http://schemas.openxmlformats.org/officeDocument/2006/relationships/slideLayout" Target="../slideLayouts/slideLayout24.xml"/><Relationship Id="rId24" Type="http://schemas.openxmlformats.org/officeDocument/2006/relationships/slideLayout" Target="../slideLayouts/slideLayout37.xml"/><Relationship Id="rId32" Type="http://schemas.openxmlformats.org/officeDocument/2006/relationships/slideLayout" Target="../slideLayouts/slideLayout45.xml"/><Relationship Id="rId37" Type="http://schemas.openxmlformats.org/officeDocument/2006/relationships/slideLayout" Target="../slideLayouts/slideLayout50.xml"/><Relationship Id="rId40" Type="http://schemas.openxmlformats.org/officeDocument/2006/relationships/slideLayout" Target="../slideLayouts/slideLayout53.xml"/><Relationship Id="rId45" Type="http://schemas.openxmlformats.org/officeDocument/2006/relationships/slideLayout" Target="../slideLayouts/slideLayout58.xml"/><Relationship Id="rId53" Type="http://schemas.openxmlformats.org/officeDocument/2006/relationships/theme" Target="../theme/theme2.xml"/><Relationship Id="rId5" Type="http://schemas.openxmlformats.org/officeDocument/2006/relationships/slideLayout" Target="../slideLayouts/slideLayout18.xml"/><Relationship Id="rId10" Type="http://schemas.openxmlformats.org/officeDocument/2006/relationships/slideLayout" Target="../slideLayouts/slideLayout23.xml"/><Relationship Id="rId19" Type="http://schemas.openxmlformats.org/officeDocument/2006/relationships/slideLayout" Target="../slideLayouts/slideLayout32.xml"/><Relationship Id="rId31" Type="http://schemas.openxmlformats.org/officeDocument/2006/relationships/slideLayout" Target="../slideLayouts/slideLayout44.xml"/><Relationship Id="rId44" Type="http://schemas.openxmlformats.org/officeDocument/2006/relationships/slideLayout" Target="../slideLayouts/slideLayout57.xml"/><Relationship Id="rId52" Type="http://schemas.openxmlformats.org/officeDocument/2006/relationships/slideLayout" Target="../slideLayouts/slideLayout65.xml"/><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slideLayout" Target="../slideLayouts/slideLayout27.xml"/><Relationship Id="rId22" Type="http://schemas.openxmlformats.org/officeDocument/2006/relationships/slideLayout" Target="../slideLayouts/slideLayout35.xml"/><Relationship Id="rId27" Type="http://schemas.openxmlformats.org/officeDocument/2006/relationships/slideLayout" Target="../slideLayouts/slideLayout40.xml"/><Relationship Id="rId30" Type="http://schemas.openxmlformats.org/officeDocument/2006/relationships/slideLayout" Target="../slideLayouts/slideLayout43.xml"/><Relationship Id="rId35" Type="http://schemas.openxmlformats.org/officeDocument/2006/relationships/slideLayout" Target="../slideLayouts/slideLayout48.xml"/><Relationship Id="rId43" Type="http://schemas.openxmlformats.org/officeDocument/2006/relationships/slideLayout" Target="../slideLayouts/slideLayout56.xml"/><Relationship Id="rId48" Type="http://schemas.openxmlformats.org/officeDocument/2006/relationships/slideLayout" Target="../slideLayouts/slideLayout61.xml"/><Relationship Id="rId8" Type="http://schemas.openxmlformats.org/officeDocument/2006/relationships/slideLayout" Target="../slideLayouts/slideLayout21.xml"/><Relationship Id="rId51" Type="http://schemas.openxmlformats.org/officeDocument/2006/relationships/slideLayout" Target="../slideLayouts/slideLayout64.xml"/><Relationship Id="rId3" Type="http://schemas.openxmlformats.org/officeDocument/2006/relationships/slideLayout" Target="../slideLayouts/slideLayout16.xml"/><Relationship Id="rId12" Type="http://schemas.openxmlformats.org/officeDocument/2006/relationships/slideLayout" Target="../slideLayouts/slideLayout25.xml"/><Relationship Id="rId17" Type="http://schemas.openxmlformats.org/officeDocument/2006/relationships/slideLayout" Target="../slideLayouts/slideLayout30.xml"/><Relationship Id="rId25" Type="http://schemas.openxmlformats.org/officeDocument/2006/relationships/slideLayout" Target="../slideLayouts/slideLayout38.xml"/><Relationship Id="rId33" Type="http://schemas.openxmlformats.org/officeDocument/2006/relationships/slideLayout" Target="../slideLayouts/slideLayout46.xml"/><Relationship Id="rId38" Type="http://schemas.openxmlformats.org/officeDocument/2006/relationships/slideLayout" Target="../slideLayouts/slideLayout51.xml"/><Relationship Id="rId46" Type="http://schemas.openxmlformats.org/officeDocument/2006/relationships/slideLayout" Target="../slideLayouts/slideLayout59.xml"/><Relationship Id="rId20" Type="http://schemas.openxmlformats.org/officeDocument/2006/relationships/slideLayout" Target="../slideLayouts/slideLayout33.xml"/><Relationship Id="rId41" Type="http://schemas.openxmlformats.org/officeDocument/2006/relationships/slideLayout" Target="../slideLayouts/slideLayout54.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5" Type="http://schemas.openxmlformats.org/officeDocument/2006/relationships/slideLayout" Target="../slideLayouts/slideLayout28.xml"/><Relationship Id="rId23" Type="http://schemas.openxmlformats.org/officeDocument/2006/relationships/slideLayout" Target="../slideLayouts/slideLayout36.xml"/><Relationship Id="rId28" Type="http://schemas.openxmlformats.org/officeDocument/2006/relationships/slideLayout" Target="../slideLayouts/slideLayout41.xml"/><Relationship Id="rId36" Type="http://schemas.openxmlformats.org/officeDocument/2006/relationships/slideLayout" Target="../slideLayouts/slideLayout49.xml"/><Relationship Id="rId49" Type="http://schemas.openxmlformats.org/officeDocument/2006/relationships/slideLayout" Target="../slideLayouts/slideLayout6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3E1A520-7780-4F3C-B546-A2B996D312CA}" type="datetime1">
              <a:rPr lang="en-US" smtClean="0"/>
              <a:t>11/21/2025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Presented to: Arriba Advisors Prepared by: Shuva Mukhopadhyay</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8F63A3B-78C7-47BE-AE5E-E10140E04643}" type="slidenum">
              <a:rPr lang="en-US" dirty="0"/>
              <a:t>‹#›</a:t>
            </a:fld>
            <a:endParaRPr lang="en-US"/>
          </a:p>
        </p:txBody>
      </p:sp>
    </p:spTree>
    <p:extLst>
      <p:ext uri="{BB962C8B-B14F-4D97-AF65-F5344CB8AC3E}">
        <p14:creationId xmlns:p14="http://schemas.microsoft.com/office/powerpoint/2010/main" val="1559501754"/>
      </p:ext>
    </p:extLst>
  </p:cSld>
  <p:clrMap bg1="lt1" tx1="dk1" bg2="lt2" tx2="dk2" accent1="accent1" accent2="accent2" accent3="accent3" accent4="accent4" accent5="accent5" accent6="accent6" hlink="hlink" folHlink="folHlink"/>
  <p:sldLayoutIdLst>
    <p:sldLayoutId id="2147483780" r:id="rId1"/>
    <p:sldLayoutId id="2147483781" r:id="rId2"/>
    <p:sldLayoutId id="2147483782" r:id="rId3"/>
    <p:sldLayoutId id="2147483783" r:id="rId4"/>
    <p:sldLayoutId id="2147483784" r:id="rId5"/>
    <p:sldLayoutId id="2147483785" r:id="rId6"/>
    <p:sldLayoutId id="2147483786" r:id="rId7"/>
    <p:sldLayoutId id="2147483787" r:id="rId8"/>
    <p:sldLayoutId id="2147483788" r:id="rId9"/>
    <p:sldLayoutId id="2147483789" r:id="rId10"/>
    <p:sldLayoutId id="2147483790" r:id="rId11"/>
    <p:sldLayoutId id="2147483791" r:id="rId12"/>
    <p:sldLayoutId id="2147483793" r:id="rId13"/>
  </p:sldLayoutIdLst>
  <p:hf sldNum="0"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429768" y="283464"/>
            <a:ext cx="10652760" cy="969264"/>
          </a:xfrm>
          <a:prstGeom prst="rect">
            <a:avLst/>
          </a:prstGeom>
        </p:spPr>
        <p:txBody>
          <a:bodyPr vert="horz" lIns="91440" tIns="45720" rIns="91440" bIns="45720" rtlCol="0" anchor="b">
            <a:normAutofit/>
          </a:bodyPr>
          <a:lstStyle/>
          <a:p>
            <a:r>
              <a:rPr lang="en-US"/>
              <a:t>Click to edit Master title style</a:t>
            </a:r>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429768" y="1380744"/>
            <a:ext cx="10652760" cy="490118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429768" y="6519672"/>
            <a:ext cx="2843784" cy="338328"/>
          </a:xfrm>
          <a:prstGeom prst="rect">
            <a:avLst/>
          </a:prstGeom>
        </p:spPr>
        <p:txBody>
          <a:bodyPr vert="horz" lIns="91440" tIns="45720" rIns="91440" bIns="45720" rtlCol="0" anchor="ctr"/>
          <a:lstStyle>
            <a:lvl1pPr algn="l">
              <a:defRPr sz="800">
                <a:solidFill>
                  <a:schemeClr val="tx1"/>
                </a:solidFill>
              </a:defRPr>
            </a:lvl1pPr>
          </a:lstStyle>
          <a:p>
            <a:fld id="{331ACCEE-F467-4305-A943-EF1068119E42}" type="datetime1">
              <a:rPr lang="en-US" smtClean="0"/>
              <a:t>11/21/2025</a:t>
            </a:fld>
            <a:endParaRPr lang="en-US"/>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8860536" y="6519672"/>
            <a:ext cx="2642616" cy="338328"/>
          </a:xfrm>
          <a:prstGeom prst="rect">
            <a:avLst/>
          </a:prstGeom>
        </p:spPr>
        <p:txBody>
          <a:bodyPr vert="horz" lIns="91440" tIns="45720" rIns="91440" bIns="45720" rtlCol="0" anchor="ctr"/>
          <a:lstStyle>
            <a:lvl1pPr algn="r">
              <a:defRPr sz="800">
                <a:solidFill>
                  <a:schemeClr val="tx1"/>
                </a:solidFill>
              </a:defRPr>
            </a:lvl1pPr>
          </a:lstStyle>
          <a:p>
            <a:r>
              <a:rPr lang="en-US"/>
              <a:t>Presented to: Arriba Advisors Prepared by: Shuva Mukhopadhyay</a:t>
            </a:r>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475720" y="6519672"/>
            <a:ext cx="457200" cy="338328"/>
          </a:xfrm>
          <a:prstGeom prst="rect">
            <a:avLst/>
          </a:prstGeom>
        </p:spPr>
        <p:txBody>
          <a:bodyPr vert="horz" lIns="91440" tIns="45720" rIns="91440" bIns="45720" rtlCol="0" anchor="ctr"/>
          <a:lstStyle>
            <a:lvl1pPr algn="r">
              <a:defRPr sz="800">
                <a:solidFill>
                  <a:schemeClr val="tx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310620824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 id="2147483697" r:id="rId37"/>
    <p:sldLayoutId id="2147483698" r:id="rId38"/>
    <p:sldLayoutId id="2147483699" r:id="rId39"/>
    <p:sldLayoutId id="2147483700" r:id="rId40"/>
    <p:sldLayoutId id="2147483701" r:id="rId41"/>
    <p:sldLayoutId id="2147483702" r:id="rId42"/>
    <p:sldLayoutId id="2147483703" r:id="rId43"/>
    <p:sldLayoutId id="2147483704" r:id="rId44"/>
    <p:sldLayoutId id="2147483705" r:id="rId45"/>
    <p:sldLayoutId id="2147483706" r:id="rId46"/>
    <p:sldLayoutId id="2147483707" r:id="rId47"/>
    <p:sldLayoutId id="2147483708" r:id="rId48"/>
    <p:sldLayoutId id="2147483709" r:id="rId49"/>
    <p:sldLayoutId id="2147483710" r:id="rId50"/>
    <p:sldLayoutId id="2147483711" r:id="rId51"/>
    <p:sldLayoutId id="2147483712" r:id="rId52"/>
  </p:sldLayoutIdLst>
  <p:hf sldNum="0" hdr="0" dt="0"/>
  <p:txStyles>
    <p:titleStyle>
      <a:lvl1pPr algn="l" defTabSz="914400" rtl="0" eaLnBrk="1" latinLnBrk="0" hangingPunct="1">
        <a:lnSpc>
          <a:spcPct val="90000"/>
        </a:lnSpc>
        <a:spcBef>
          <a:spcPct val="0"/>
        </a:spcBef>
        <a:buNone/>
        <a:defRPr sz="3200" b="0"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80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1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5" orient="horz" pos="2160" userDrawn="1">
          <p15:clr>
            <a:srgbClr val="F26B43"/>
          </p15:clr>
        </p15:guide>
        <p15:guide id="6" pos="3840"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43.xml"/></Relationships>
</file>

<file path=ppt/slides/_rels/slide3.xml.rels><?xml version="1.0" encoding="UTF-8" standalone="yes"?>
<Relationships xmlns="http://schemas.openxmlformats.org/package/2006/relationships"><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notesSlide" Target="../notesSlides/notesSlide2.xml"/><Relationship Id="rId1" Type="http://schemas.openxmlformats.org/officeDocument/2006/relationships/slideLayout" Target="../slideLayouts/slideLayout13.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xml"/><Relationship Id="rId1" Type="http://schemas.openxmlformats.org/officeDocument/2006/relationships/slideLayout" Target="../slideLayouts/slideLayout12.xml"/><Relationship Id="rId5" Type="http://schemas.openxmlformats.org/officeDocument/2006/relationships/image" Target="../media/image19.png"/><Relationship Id="rId4" Type="http://schemas.openxmlformats.org/officeDocument/2006/relationships/image" Target="../media/image18.png"/></Relationships>
</file>

<file path=ppt/slides/_rels/slide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4.xml"/><Relationship Id="rId1" Type="http://schemas.openxmlformats.org/officeDocument/2006/relationships/slideLayout" Target="../slideLayouts/slideLayout12.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5.xml"/><Relationship Id="rId1" Type="http://schemas.openxmlformats.org/officeDocument/2006/relationships/slideLayout" Target="../slideLayouts/slideLayout5.xml"/><Relationship Id="rId5" Type="http://schemas.openxmlformats.org/officeDocument/2006/relationships/image" Target="../media/image26.png"/><Relationship Id="rId4" Type="http://schemas.openxmlformats.org/officeDocument/2006/relationships/image" Target="../media/image25.png"/></Relationships>
</file>

<file path=ppt/slides/_rels/slide7.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E91DC736-0EF8-4F87-9146-EBF1D2EE4D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descr="3D Hologram from iPad">
            <a:extLst>
              <a:ext uri="{FF2B5EF4-FFF2-40B4-BE49-F238E27FC236}">
                <a16:creationId xmlns:a16="http://schemas.microsoft.com/office/drawing/2014/main" id="{20D809FE-6234-27FA-4E3B-DA3084D40F0C}"/>
              </a:ext>
            </a:extLst>
          </p:cNvPr>
          <p:cNvPicPr>
            <a:picLocks noChangeAspect="1"/>
          </p:cNvPicPr>
          <p:nvPr/>
        </p:nvPicPr>
        <p:blipFill>
          <a:blip r:embed="rId3"/>
          <a:srcRect r="15627" b="-1"/>
          <a:stretch>
            <a:fillRect/>
          </a:stretch>
        </p:blipFill>
        <p:spPr>
          <a:xfrm>
            <a:off x="3523488" y="10"/>
            <a:ext cx="8668512" cy="6857990"/>
          </a:xfrm>
          <a:prstGeom prst="rect">
            <a:avLst/>
          </a:prstGeom>
        </p:spPr>
      </p:pic>
      <p:sp>
        <p:nvSpPr>
          <p:cNvPr id="14" name="Rectangle 13">
            <a:extLst>
              <a:ext uri="{FF2B5EF4-FFF2-40B4-BE49-F238E27FC236}">
                <a16:creationId xmlns:a16="http://schemas.microsoft.com/office/drawing/2014/main" id="{097CD68E-23E3-4007-8847-CD0944C4F7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756601" cy="6858000"/>
          </a:xfrm>
          <a:prstGeom prst="rect">
            <a:avLst/>
          </a:prstGeom>
          <a:gradFill>
            <a:gsLst>
              <a:gs pos="58000">
                <a:schemeClr val="bg1"/>
              </a:gs>
              <a:gs pos="35000">
                <a:schemeClr val="bg1">
                  <a:alpha val="79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6832E267-E8D7-B5B3-707C-32964F204530}"/>
              </a:ext>
            </a:extLst>
          </p:cNvPr>
          <p:cNvSpPr>
            <a:spLocks noGrp="1"/>
          </p:cNvSpPr>
          <p:nvPr>
            <p:ph type="ctrTitle"/>
          </p:nvPr>
        </p:nvSpPr>
        <p:spPr>
          <a:xfrm>
            <a:off x="477981" y="1122363"/>
            <a:ext cx="4732194" cy="2754165"/>
          </a:xfrm>
        </p:spPr>
        <p:txBody>
          <a:bodyPr anchor="b">
            <a:normAutofit/>
          </a:bodyPr>
          <a:lstStyle/>
          <a:p>
            <a:pPr algn="l"/>
            <a:r>
              <a:rPr lang="en-US" sz="3700" dirty="0"/>
              <a:t>TCO Automation Project</a:t>
            </a:r>
            <a:br>
              <a:rPr lang="en-US" sz="3700" dirty="0"/>
            </a:br>
            <a:r>
              <a:rPr lang="en-US" sz="2400" dirty="0"/>
              <a:t>Week 1: Progress Report</a:t>
            </a:r>
            <a:br>
              <a:rPr lang="en-US" sz="3700" dirty="0"/>
            </a:br>
            <a:br>
              <a:rPr lang="en-US" sz="3700" dirty="0"/>
            </a:br>
            <a:endParaRPr lang="en-US" sz="3700" dirty="0"/>
          </a:p>
        </p:txBody>
      </p:sp>
      <p:sp>
        <p:nvSpPr>
          <p:cNvPr id="3" name="Subtitle 2">
            <a:extLst>
              <a:ext uri="{FF2B5EF4-FFF2-40B4-BE49-F238E27FC236}">
                <a16:creationId xmlns:a16="http://schemas.microsoft.com/office/drawing/2014/main" id="{F577CDD4-E74B-79D3-6612-D50D26DC184D}"/>
              </a:ext>
            </a:extLst>
          </p:cNvPr>
          <p:cNvSpPr>
            <a:spLocks noGrp="1"/>
          </p:cNvSpPr>
          <p:nvPr>
            <p:ph type="subTitle" idx="1"/>
          </p:nvPr>
        </p:nvSpPr>
        <p:spPr>
          <a:xfrm>
            <a:off x="477980" y="4872922"/>
            <a:ext cx="4455970" cy="1208141"/>
          </a:xfrm>
        </p:spPr>
        <p:txBody>
          <a:bodyPr>
            <a:normAutofit/>
          </a:bodyPr>
          <a:lstStyle/>
          <a:p>
            <a:pPr algn="l"/>
            <a:r>
              <a:rPr lang="en-US" i="1" dirty="0"/>
              <a:t>AI-Powered Document Intelligence for Vendor Proposal Processing</a:t>
            </a:r>
          </a:p>
          <a:p>
            <a:pPr algn="l"/>
            <a:endParaRPr lang="en-US" sz="2000" dirty="0"/>
          </a:p>
        </p:txBody>
      </p:sp>
      <p:sp>
        <p:nvSpPr>
          <p:cNvPr id="16" name="Rectangle 15">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59921" y="346791"/>
            <a:ext cx="146304"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8" name="Rectangle 17">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029" y="4546920"/>
            <a:ext cx="397764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 name="Footer Placeholder 5">
            <a:extLst>
              <a:ext uri="{FF2B5EF4-FFF2-40B4-BE49-F238E27FC236}">
                <a16:creationId xmlns:a16="http://schemas.microsoft.com/office/drawing/2014/main" id="{56DE7265-3D5E-045B-E827-61CD66E7701A}"/>
              </a:ext>
            </a:extLst>
          </p:cNvPr>
          <p:cNvSpPr>
            <a:spLocks noGrp="1"/>
          </p:cNvSpPr>
          <p:nvPr>
            <p:ph type="ftr" sz="quarter" idx="11"/>
          </p:nvPr>
        </p:nvSpPr>
        <p:spPr>
          <a:xfrm>
            <a:off x="409575" y="6356350"/>
            <a:ext cx="4091763" cy="365125"/>
          </a:xfrm>
        </p:spPr>
        <p:txBody>
          <a:bodyPr>
            <a:normAutofit/>
          </a:bodyPr>
          <a:lstStyle/>
          <a:p>
            <a:pPr algn="r">
              <a:lnSpc>
                <a:spcPct val="90000"/>
              </a:lnSpc>
              <a:spcAft>
                <a:spcPts val="600"/>
              </a:spcAft>
            </a:pPr>
            <a:r>
              <a:rPr lang="en-US" sz="900" dirty="0">
                <a:solidFill>
                  <a:schemeClr val="tx1">
                    <a:lumMod val="50000"/>
                    <a:lumOff val="50000"/>
                  </a:schemeClr>
                </a:solidFill>
              </a:rPr>
              <a:t>Presented to: Arriba Advisors</a:t>
            </a:r>
            <a:br>
              <a:rPr lang="en-US" sz="900" dirty="0">
                <a:solidFill>
                  <a:schemeClr val="tx1">
                    <a:lumMod val="50000"/>
                    <a:lumOff val="50000"/>
                  </a:schemeClr>
                </a:solidFill>
              </a:rPr>
            </a:br>
            <a:r>
              <a:rPr lang="en-US" sz="900" dirty="0">
                <a:solidFill>
                  <a:schemeClr val="tx1">
                    <a:lumMod val="50000"/>
                    <a:lumOff val="50000"/>
                  </a:schemeClr>
                </a:solidFill>
              </a:rPr>
              <a:t>Prepared by: Shuva Mukhopadhyay</a:t>
            </a:r>
          </a:p>
        </p:txBody>
      </p:sp>
    </p:spTree>
    <p:extLst>
      <p:ext uri="{BB962C8B-B14F-4D97-AF65-F5344CB8AC3E}">
        <p14:creationId xmlns:p14="http://schemas.microsoft.com/office/powerpoint/2010/main" val="21989068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par>
                                <p:cTn id="8" presetID="10" presetClass="entr" presetSubtype="0" fill="hold" grpId="0" nodeType="withEffect">
                                  <p:stCondLst>
                                    <p:cond delay="1000"/>
                                  </p:stCondLst>
                                  <p:iterate>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700"/>
                                        <p:tgtEl>
                                          <p:spTgt spid="3">
                                            <p:txEl>
                                              <p:pRg st="0" end="0"/>
                                            </p:txEl>
                                          </p:spTgt>
                                        </p:tgtEl>
                                      </p:cBhvr>
                                    </p:animEffect>
                                  </p:childTnLst>
                                </p:cTn>
                              </p:par>
                              <p:par>
                                <p:cTn id="11" presetID="42" presetClass="entr" presetSubtype="0" fill="hold" grpId="1" nodeType="withEffect">
                                  <p:stCondLst>
                                    <p:cond delay="250"/>
                                  </p:stCondLst>
                                  <p:iterate>
                                    <p:tmPct val="10000"/>
                                  </p:iterate>
                                  <p:childTnLst>
                                    <p:set>
                                      <p:cBhvr>
                                        <p:cTn id="12" dur="1" fill="hold">
                                          <p:stCondLst>
                                            <p:cond delay="0"/>
                                          </p:stCondLst>
                                        </p:cTn>
                                        <p:tgtEl>
                                          <p:spTgt spid="3"/>
                                        </p:tgtEl>
                                        <p:attrNameLst>
                                          <p:attrName>style.visibility</p:attrName>
                                        </p:attrNameLst>
                                      </p:cBhvr>
                                      <p:to>
                                        <p:strVal val="visible"/>
                                      </p:to>
                                    </p:set>
                                    <p:animEffect transition="in" filter="fade">
                                      <p:cBhvr>
                                        <p:cTn id="13" dur="250"/>
                                        <p:tgtEl>
                                          <p:spTgt spid="3"/>
                                        </p:tgtEl>
                                      </p:cBhvr>
                                    </p:animEffect>
                                    <p:anim calcmode="lin" valueType="num">
                                      <p:cBhvr>
                                        <p:cTn id="14" dur="250" fill="hold"/>
                                        <p:tgtEl>
                                          <p:spTgt spid="3"/>
                                        </p:tgtEl>
                                        <p:attrNameLst>
                                          <p:attrName>ppt_x</p:attrName>
                                        </p:attrNameLst>
                                      </p:cBhvr>
                                      <p:tavLst>
                                        <p:tav tm="0">
                                          <p:val>
                                            <p:strVal val="#ppt_x"/>
                                          </p:val>
                                        </p:tav>
                                        <p:tav tm="100000">
                                          <p:val>
                                            <p:strVal val="#ppt_x"/>
                                          </p:val>
                                        </p:tav>
                                      </p:tavLst>
                                    </p:anim>
                                    <p:anim calcmode="lin" valueType="num">
                                      <p:cBhvr>
                                        <p:cTn id="15" dur="25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3" grpId="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Complex math formulas on a blackboard">
            <a:extLst>
              <a:ext uri="{FF2B5EF4-FFF2-40B4-BE49-F238E27FC236}">
                <a16:creationId xmlns:a16="http://schemas.microsoft.com/office/drawing/2014/main" id="{966F48AB-0B0A-2B29-C7E7-37C1FB173E3F}"/>
              </a:ext>
            </a:extLst>
          </p:cNvPr>
          <p:cNvPicPr>
            <a:picLocks noChangeAspect="1"/>
          </p:cNvPicPr>
          <p:nvPr/>
        </p:nvPicPr>
        <p:blipFill>
          <a:blip r:embed="rId2"/>
          <a:srcRect l="12580" r="2" b="2"/>
          <a:stretch>
            <a:fillRect/>
          </a:stretch>
        </p:blipFill>
        <p:spPr>
          <a:xfrm>
            <a:off x="342900" y="1130333"/>
            <a:ext cx="6448425" cy="5384767"/>
          </a:xfrm>
          <a:custGeom>
            <a:avLst/>
            <a:gdLst>
              <a:gd name="connsiteX0" fmla="*/ 267246 w 7391400"/>
              <a:gd name="connsiteY0" fmla="*/ 0 h 6172200"/>
              <a:gd name="connsiteX1" fmla="*/ 7124155 w 7391400"/>
              <a:gd name="connsiteY1" fmla="*/ 0 h 6172200"/>
              <a:gd name="connsiteX2" fmla="*/ 7391400 w 7391400"/>
              <a:gd name="connsiteY2" fmla="*/ 266886 h 6172200"/>
              <a:gd name="connsiteX3" fmla="*/ 7391400 w 7391400"/>
              <a:gd name="connsiteY3" fmla="*/ 5905314 h 6172200"/>
              <a:gd name="connsiteX4" fmla="*/ 7124155 w 7391400"/>
              <a:gd name="connsiteY4" fmla="*/ 6172200 h 6172200"/>
              <a:gd name="connsiteX5" fmla="*/ 267246 w 7391400"/>
              <a:gd name="connsiteY5" fmla="*/ 6172200 h 6172200"/>
              <a:gd name="connsiteX6" fmla="*/ 0 w 7391400"/>
              <a:gd name="connsiteY6" fmla="*/ 5905314 h 6172200"/>
              <a:gd name="connsiteX7" fmla="*/ 0 w 7391400"/>
              <a:gd name="connsiteY7" fmla="*/ 266886 h 6172200"/>
              <a:gd name="connsiteX8" fmla="*/ 267246 w 7391400"/>
              <a:gd name="connsiteY8" fmla="*/ 0 h 6172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391400" h="6172200">
                <a:moveTo>
                  <a:pt x="267246" y="0"/>
                </a:moveTo>
                <a:lnTo>
                  <a:pt x="7124155" y="0"/>
                </a:lnTo>
                <a:cubicBezTo>
                  <a:pt x="7271750" y="0"/>
                  <a:pt x="7391400" y="119489"/>
                  <a:pt x="7391400" y="266886"/>
                </a:cubicBezTo>
                <a:lnTo>
                  <a:pt x="7391400" y="5905314"/>
                </a:lnTo>
                <a:cubicBezTo>
                  <a:pt x="7391400" y="6052711"/>
                  <a:pt x="7271750" y="6172200"/>
                  <a:pt x="7124155" y="6172200"/>
                </a:cubicBezTo>
                <a:lnTo>
                  <a:pt x="267246" y="6172200"/>
                </a:lnTo>
                <a:cubicBezTo>
                  <a:pt x="119650" y="6172200"/>
                  <a:pt x="0" y="6052711"/>
                  <a:pt x="0" y="5905314"/>
                </a:cubicBezTo>
                <a:lnTo>
                  <a:pt x="0" y="266886"/>
                </a:lnTo>
                <a:cubicBezTo>
                  <a:pt x="0" y="119489"/>
                  <a:pt x="119650" y="0"/>
                  <a:pt x="267246" y="0"/>
                </a:cubicBezTo>
                <a:close/>
              </a:path>
            </a:pathLst>
          </a:custGeom>
          <a:noFill/>
        </p:spPr>
      </p:pic>
      <p:sp>
        <p:nvSpPr>
          <p:cNvPr id="3" name="Content Placeholder 2">
            <a:extLst>
              <a:ext uri="{FF2B5EF4-FFF2-40B4-BE49-F238E27FC236}">
                <a16:creationId xmlns:a16="http://schemas.microsoft.com/office/drawing/2014/main" id="{D2364A54-1814-C454-051E-F17ACC1710CA}"/>
              </a:ext>
            </a:extLst>
          </p:cNvPr>
          <p:cNvSpPr>
            <a:spLocks noGrp="1"/>
          </p:cNvSpPr>
          <p:nvPr>
            <p:ph sz="quarter" idx="14"/>
          </p:nvPr>
        </p:nvSpPr>
        <p:spPr>
          <a:xfrm>
            <a:off x="7199184" y="1130332"/>
            <a:ext cx="4649915" cy="4356067"/>
          </a:xfrm>
        </p:spPr>
        <p:txBody>
          <a:bodyPr>
            <a:normAutofit fontScale="92500"/>
          </a:bodyPr>
          <a:lstStyle/>
          <a:p>
            <a:pPr marL="342900" indent="-342900">
              <a:buFont typeface="+mj-lt"/>
              <a:buAutoNum type="arabicPeriod"/>
            </a:pPr>
            <a:r>
              <a:rPr lang="en-US" sz="2400" dirty="0">
                <a:latin typeface="Calibri Light" panose="020F0302020204030204" pitchFamily="34" charset="0"/>
                <a:ea typeface="Calibri Light" panose="020F0302020204030204" pitchFamily="34" charset="0"/>
                <a:cs typeface="Calibri Light" panose="020F0302020204030204" pitchFamily="34" charset="0"/>
              </a:rPr>
              <a:t>TCO Automation Solution: Approach</a:t>
            </a:r>
          </a:p>
          <a:p>
            <a:pPr marL="342900" indent="-342900">
              <a:buFont typeface="+mj-lt"/>
              <a:buAutoNum type="arabicPeriod"/>
            </a:pPr>
            <a:r>
              <a:rPr lang="en-US" sz="2400" dirty="0">
                <a:latin typeface="Calibri Light" panose="020F0302020204030204" pitchFamily="34" charset="0"/>
                <a:ea typeface="Calibri Light" panose="020F0302020204030204" pitchFamily="34" charset="0"/>
                <a:cs typeface="Calibri Light" panose="020F0302020204030204" pitchFamily="34" charset="0"/>
              </a:rPr>
              <a:t>Week 1: Developed Solution Architecture</a:t>
            </a:r>
          </a:p>
          <a:p>
            <a:pPr marL="342900" indent="-342900">
              <a:buFont typeface="+mj-lt"/>
              <a:buAutoNum type="arabicPeriod"/>
            </a:pPr>
            <a:r>
              <a:rPr lang="en-US" sz="2400" dirty="0">
                <a:latin typeface="Calibri Light" panose="020F0302020204030204" pitchFamily="34" charset="0"/>
                <a:ea typeface="Calibri Light" panose="020F0302020204030204" pitchFamily="34" charset="0"/>
                <a:cs typeface="Calibri Light" panose="020F0302020204030204" pitchFamily="34" charset="0"/>
              </a:rPr>
              <a:t>Week 1 Accomplishments: Working Code &amp; Document to Excel Output Automated</a:t>
            </a:r>
          </a:p>
          <a:p>
            <a:pPr marL="342900" indent="-342900">
              <a:buFont typeface="+mj-lt"/>
              <a:buAutoNum type="arabicPeriod"/>
            </a:pPr>
            <a:r>
              <a:rPr lang="en-US" sz="2400" dirty="0">
                <a:latin typeface="Calibri Light" panose="020F0302020204030204" pitchFamily="34" charset="0"/>
                <a:ea typeface="Calibri Light" panose="020F0302020204030204" pitchFamily="34" charset="0"/>
                <a:cs typeface="Calibri Light" panose="020F0302020204030204" pitchFamily="34" charset="0"/>
              </a:rPr>
              <a:t>AI Tooling Technical Implementation Overview</a:t>
            </a:r>
          </a:p>
          <a:p>
            <a:pPr marL="342900" indent="-342900">
              <a:buFont typeface="+mj-lt"/>
              <a:buAutoNum type="arabicPeriod"/>
            </a:pPr>
            <a:r>
              <a:rPr lang="en-US" sz="2400" dirty="0">
                <a:latin typeface="Calibri Light" panose="020F0302020204030204" pitchFamily="34" charset="0"/>
                <a:ea typeface="Calibri Light" panose="020F0302020204030204" pitchFamily="34" charset="0"/>
                <a:cs typeface="Calibri Light" panose="020F0302020204030204" pitchFamily="34" charset="0"/>
              </a:rPr>
              <a:t>Timing &amp; Collaboration</a:t>
            </a:r>
          </a:p>
          <a:p>
            <a:pPr marL="342900" indent="-342900">
              <a:buFont typeface="+mj-lt"/>
              <a:buAutoNum type="arabicPeriod"/>
            </a:pPr>
            <a:endParaRPr lang="en-US" dirty="0">
              <a:latin typeface="Calibri Light" panose="020F0302020204030204" pitchFamily="34" charset="0"/>
              <a:ea typeface="Calibri Light" panose="020F0302020204030204" pitchFamily="34" charset="0"/>
              <a:cs typeface="Calibri Light" panose="020F0302020204030204" pitchFamily="34" charset="0"/>
            </a:endParaRPr>
          </a:p>
        </p:txBody>
      </p:sp>
      <p:sp>
        <p:nvSpPr>
          <p:cNvPr id="4" name="Footer Placeholder 3">
            <a:extLst>
              <a:ext uri="{FF2B5EF4-FFF2-40B4-BE49-F238E27FC236}">
                <a16:creationId xmlns:a16="http://schemas.microsoft.com/office/drawing/2014/main" id="{8C99C776-B1AF-3E24-6A27-501BE4AF45C8}"/>
              </a:ext>
            </a:extLst>
          </p:cNvPr>
          <p:cNvSpPr>
            <a:spLocks noGrp="1"/>
          </p:cNvSpPr>
          <p:nvPr>
            <p:ph type="ftr" sz="quarter" idx="11"/>
          </p:nvPr>
        </p:nvSpPr>
        <p:spPr>
          <a:xfrm>
            <a:off x="7989760" y="6519672"/>
            <a:ext cx="3513392" cy="338328"/>
          </a:xfrm>
        </p:spPr>
        <p:txBody>
          <a:bodyPr anchor="ctr">
            <a:normAutofit/>
          </a:bodyPr>
          <a:lstStyle/>
          <a:p>
            <a:pPr>
              <a:spcAft>
                <a:spcPts val="600"/>
              </a:spcAft>
            </a:pPr>
            <a:r>
              <a:rPr lang="en-US" dirty="0"/>
              <a:t>Presented to: Arriba Advisors Prepared by: Shuva Mukhopadhyay</a:t>
            </a:r>
          </a:p>
        </p:txBody>
      </p:sp>
      <p:sp>
        <p:nvSpPr>
          <p:cNvPr id="5" name="TextBox 4">
            <a:extLst>
              <a:ext uri="{FF2B5EF4-FFF2-40B4-BE49-F238E27FC236}">
                <a16:creationId xmlns:a16="http://schemas.microsoft.com/office/drawing/2014/main" id="{C8EFDA85-A545-BFFA-CA03-70F05AD10830}"/>
              </a:ext>
            </a:extLst>
          </p:cNvPr>
          <p:cNvSpPr txBox="1"/>
          <p:nvPr/>
        </p:nvSpPr>
        <p:spPr>
          <a:xfrm>
            <a:off x="7199184" y="5332510"/>
            <a:ext cx="4457699" cy="307777"/>
          </a:xfrm>
          <a:prstGeom prst="rect">
            <a:avLst/>
          </a:prstGeom>
          <a:noFill/>
        </p:spPr>
        <p:txBody>
          <a:bodyPr wrap="square" rtlCol="0">
            <a:spAutoFit/>
          </a:bodyPr>
          <a:lstStyle/>
          <a:p>
            <a:r>
              <a:rPr lang="en-US" sz="1400" i="1" dirty="0"/>
              <a:t>** </a:t>
            </a:r>
            <a:r>
              <a:rPr lang="en-US" sz="1400" i="1" dirty="0">
                <a:latin typeface="Calibri Light" panose="020F0302020204030204" pitchFamily="34" charset="0"/>
                <a:ea typeface="Calibri Light" panose="020F0302020204030204" pitchFamily="34" charset="0"/>
                <a:cs typeface="Calibri Light" panose="020F0302020204030204" pitchFamily="34" charset="0"/>
              </a:rPr>
              <a:t>Additional Context &amp; Notes in the Slide Notes Section</a:t>
            </a:r>
            <a:r>
              <a:rPr lang="en-US" sz="1400" i="1" dirty="0"/>
              <a:t> **</a:t>
            </a:r>
          </a:p>
        </p:txBody>
      </p:sp>
      <p:sp>
        <p:nvSpPr>
          <p:cNvPr id="7" name="Title 1">
            <a:extLst>
              <a:ext uri="{FF2B5EF4-FFF2-40B4-BE49-F238E27FC236}">
                <a16:creationId xmlns:a16="http://schemas.microsoft.com/office/drawing/2014/main" id="{8CB96C32-1893-FE16-3649-CFC256449C20}"/>
              </a:ext>
            </a:extLst>
          </p:cNvPr>
          <p:cNvSpPr txBox="1">
            <a:spLocks/>
          </p:cNvSpPr>
          <p:nvPr/>
        </p:nvSpPr>
        <p:spPr>
          <a:xfrm>
            <a:off x="838199" y="326160"/>
            <a:ext cx="10173929" cy="616815"/>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3200" b="0" kern="1200">
                <a:solidFill>
                  <a:schemeClr val="tx1"/>
                </a:solidFill>
                <a:latin typeface="+mj-lt"/>
                <a:ea typeface="+mj-ea"/>
                <a:cs typeface="+mj-cs"/>
              </a:defRPr>
            </a:lvl1pPr>
          </a:lstStyle>
          <a:p>
            <a:pPr algn="ctr"/>
            <a:r>
              <a:rPr lang="en-US" sz="3700" dirty="0">
                <a:latin typeface="Calibri Light" panose="020F0302020204030204" pitchFamily="34" charset="0"/>
                <a:ea typeface="Calibri Light" panose="020F0302020204030204" pitchFamily="34" charset="0"/>
                <a:cs typeface="Calibri Light" panose="020F0302020204030204" pitchFamily="34" charset="0"/>
              </a:rPr>
              <a:t>Table of Contents</a:t>
            </a:r>
          </a:p>
        </p:txBody>
      </p:sp>
    </p:spTree>
    <p:extLst>
      <p:ext uri="{BB962C8B-B14F-4D97-AF65-F5344CB8AC3E}">
        <p14:creationId xmlns:p14="http://schemas.microsoft.com/office/powerpoint/2010/main" val="293960973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473C0F-FF1D-CCCB-ACDE-DDCE2FB7002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7F7D38C-EB9F-A7F2-87DD-2A35545F9EF4}"/>
              </a:ext>
            </a:extLst>
          </p:cNvPr>
          <p:cNvSpPr>
            <a:spLocks noGrp="1"/>
          </p:cNvSpPr>
          <p:nvPr>
            <p:ph type="title"/>
          </p:nvPr>
        </p:nvSpPr>
        <p:spPr>
          <a:xfrm>
            <a:off x="838199" y="326160"/>
            <a:ext cx="10173929" cy="616815"/>
          </a:xfrm>
        </p:spPr>
        <p:txBody>
          <a:bodyPr vert="horz" lIns="91440" tIns="45720" rIns="91440" bIns="45720" rtlCol="0" anchor="t">
            <a:normAutofit/>
          </a:bodyPr>
          <a:lstStyle/>
          <a:p>
            <a:pPr algn="ctr"/>
            <a:r>
              <a:rPr lang="en-US" sz="3200" dirty="0"/>
              <a:t>TCO Automation Solution: Approach</a:t>
            </a:r>
          </a:p>
        </p:txBody>
      </p:sp>
      <p:pic>
        <p:nvPicPr>
          <p:cNvPr id="4" name="Picture 3">
            <a:extLst>
              <a:ext uri="{FF2B5EF4-FFF2-40B4-BE49-F238E27FC236}">
                <a16:creationId xmlns:a16="http://schemas.microsoft.com/office/drawing/2014/main" id="{1AC0C049-C976-B14B-6FE2-A926C112CBA0}"/>
              </a:ext>
            </a:extLst>
          </p:cNvPr>
          <p:cNvPicPr>
            <a:picLocks noChangeAspect="1"/>
          </p:cNvPicPr>
          <p:nvPr/>
        </p:nvPicPr>
        <p:blipFill>
          <a:blip r:embed="rId3"/>
          <a:stretch>
            <a:fillRect/>
          </a:stretch>
        </p:blipFill>
        <p:spPr>
          <a:xfrm>
            <a:off x="319017" y="992472"/>
            <a:ext cx="2949242" cy="5410448"/>
          </a:xfrm>
          <a:prstGeom prst="rect">
            <a:avLst/>
          </a:prstGeom>
        </p:spPr>
      </p:pic>
      <p:pic>
        <p:nvPicPr>
          <p:cNvPr id="8" name="Picture 7">
            <a:extLst>
              <a:ext uri="{FF2B5EF4-FFF2-40B4-BE49-F238E27FC236}">
                <a16:creationId xmlns:a16="http://schemas.microsoft.com/office/drawing/2014/main" id="{5D733587-7DD5-161F-12BC-D3199142E1E8}"/>
              </a:ext>
            </a:extLst>
          </p:cNvPr>
          <p:cNvPicPr>
            <a:picLocks noChangeAspect="1"/>
          </p:cNvPicPr>
          <p:nvPr/>
        </p:nvPicPr>
        <p:blipFill>
          <a:blip r:embed="rId4"/>
          <a:stretch>
            <a:fillRect/>
          </a:stretch>
        </p:blipFill>
        <p:spPr>
          <a:xfrm>
            <a:off x="3380225" y="4065192"/>
            <a:ext cx="4650722" cy="2142129"/>
          </a:xfrm>
          <a:prstGeom prst="rect">
            <a:avLst/>
          </a:prstGeom>
        </p:spPr>
      </p:pic>
      <p:pic>
        <p:nvPicPr>
          <p:cNvPr id="10" name="Picture 9">
            <a:extLst>
              <a:ext uri="{FF2B5EF4-FFF2-40B4-BE49-F238E27FC236}">
                <a16:creationId xmlns:a16="http://schemas.microsoft.com/office/drawing/2014/main" id="{698938EB-BA11-EC32-1BA7-8EC45950A20F}"/>
              </a:ext>
            </a:extLst>
          </p:cNvPr>
          <p:cNvPicPr>
            <a:picLocks noChangeAspect="1"/>
          </p:cNvPicPr>
          <p:nvPr/>
        </p:nvPicPr>
        <p:blipFill>
          <a:blip r:embed="rId5"/>
          <a:stretch>
            <a:fillRect/>
          </a:stretch>
        </p:blipFill>
        <p:spPr>
          <a:xfrm>
            <a:off x="3380225" y="1003998"/>
            <a:ext cx="4650722" cy="3000171"/>
          </a:xfrm>
          <a:prstGeom prst="rect">
            <a:avLst/>
          </a:prstGeom>
        </p:spPr>
      </p:pic>
      <p:pic>
        <p:nvPicPr>
          <p:cNvPr id="11" name="Picture 10">
            <a:extLst>
              <a:ext uri="{FF2B5EF4-FFF2-40B4-BE49-F238E27FC236}">
                <a16:creationId xmlns:a16="http://schemas.microsoft.com/office/drawing/2014/main" id="{CFA52E0B-5C53-CA31-6C0C-18E55687872E}"/>
              </a:ext>
            </a:extLst>
          </p:cNvPr>
          <p:cNvPicPr>
            <a:picLocks noChangeAspect="1"/>
          </p:cNvPicPr>
          <p:nvPr/>
        </p:nvPicPr>
        <p:blipFill>
          <a:blip r:embed="rId6"/>
          <a:stretch>
            <a:fillRect/>
          </a:stretch>
        </p:blipFill>
        <p:spPr>
          <a:xfrm>
            <a:off x="8142913" y="1106901"/>
            <a:ext cx="3915737" cy="2478581"/>
          </a:xfrm>
          <a:prstGeom prst="rect">
            <a:avLst/>
          </a:prstGeom>
        </p:spPr>
      </p:pic>
      <p:pic>
        <p:nvPicPr>
          <p:cNvPr id="12" name="Picture 11">
            <a:extLst>
              <a:ext uri="{FF2B5EF4-FFF2-40B4-BE49-F238E27FC236}">
                <a16:creationId xmlns:a16="http://schemas.microsoft.com/office/drawing/2014/main" id="{FD4BFADB-19B8-CBBE-25E6-B8CE05FFB517}"/>
              </a:ext>
            </a:extLst>
          </p:cNvPr>
          <p:cNvPicPr>
            <a:picLocks noChangeAspect="1"/>
          </p:cNvPicPr>
          <p:nvPr/>
        </p:nvPicPr>
        <p:blipFill>
          <a:blip r:embed="rId7"/>
          <a:stretch>
            <a:fillRect/>
          </a:stretch>
        </p:blipFill>
        <p:spPr>
          <a:xfrm>
            <a:off x="8142913" y="3697697"/>
            <a:ext cx="3915737" cy="2705224"/>
          </a:xfrm>
          <a:prstGeom prst="rect">
            <a:avLst/>
          </a:prstGeom>
        </p:spPr>
      </p:pic>
      <p:sp>
        <p:nvSpPr>
          <p:cNvPr id="13" name="Footer Placeholder 12">
            <a:extLst>
              <a:ext uri="{FF2B5EF4-FFF2-40B4-BE49-F238E27FC236}">
                <a16:creationId xmlns:a16="http://schemas.microsoft.com/office/drawing/2014/main" id="{5DD2C9E8-3EEB-D55B-97AE-BAD9D4BE5613}"/>
              </a:ext>
            </a:extLst>
          </p:cNvPr>
          <p:cNvSpPr>
            <a:spLocks noGrp="1"/>
          </p:cNvSpPr>
          <p:nvPr>
            <p:ph type="ftr" sz="quarter" idx="11"/>
          </p:nvPr>
        </p:nvSpPr>
        <p:spPr>
          <a:xfrm>
            <a:off x="2962480" y="6581337"/>
            <a:ext cx="5124450" cy="377825"/>
          </a:xfrm>
        </p:spPr>
        <p:txBody>
          <a:bodyPr/>
          <a:lstStyle/>
          <a:p>
            <a:r>
              <a:rPr lang="en-US" dirty="0"/>
              <a:t>Presented to: Arriba Advisors Prepared by: Shuva Mukhopadhyay</a:t>
            </a:r>
          </a:p>
        </p:txBody>
      </p:sp>
    </p:spTree>
    <p:extLst>
      <p:ext uri="{BB962C8B-B14F-4D97-AF65-F5344CB8AC3E}">
        <p14:creationId xmlns:p14="http://schemas.microsoft.com/office/powerpoint/2010/main" val="889666224"/>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3C83C5-B620-D281-89A2-4F963B2E635F}"/>
            </a:ext>
          </a:extLst>
        </p:cNvPr>
        <p:cNvGrpSpPr/>
        <p:nvPr/>
      </p:nvGrpSpPr>
      <p:grpSpPr>
        <a:xfrm>
          <a:off x="0" y="0"/>
          <a:ext cx="0" cy="0"/>
          <a:chOff x="0" y="0"/>
          <a:chExt cx="0" cy="0"/>
        </a:xfrm>
      </p:grpSpPr>
      <p:sp>
        <p:nvSpPr>
          <p:cNvPr id="3" name="Title 1">
            <a:extLst>
              <a:ext uri="{FF2B5EF4-FFF2-40B4-BE49-F238E27FC236}">
                <a16:creationId xmlns:a16="http://schemas.microsoft.com/office/drawing/2014/main" id="{50B46C86-57BE-A8DC-5598-42A334456874}"/>
              </a:ext>
            </a:extLst>
          </p:cNvPr>
          <p:cNvSpPr txBox="1">
            <a:spLocks/>
          </p:cNvSpPr>
          <p:nvPr/>
        </p:nvSpPr>
        <p:spPr>
          <a:xfrm>
            <a:off x="0" y="294070"/>
            <a:ext cx="12192000" cy="889904"/>
          </a:xfrm>
          <a:prstGeom prst="rect">
            <a:avLst/>
          </a:prstGeom>
        </p:spPr>
        <p:txBody>
          <a:bodyPr vert="horz" lIns="91440" tIns="45720" rIns="91440" bIns="45720" rtlCol="0" anchor="b">
            <a:noAutofit/>
          </a:bodyPr>
          <a:lstStyle>
            <a:lvl1pPr algn="l" defTabSz="914400" rtl="0" eaLnBrk="1" latinLnBrk="0" hangingPunct="1">
              <a:lnSpc>
                <a:spcPct val="90000"/>
              </a:lnSpc>
              <a:spcBef>
                <a:spcPct val="0"/>
              </a:spcBef>
              <a:buNone/>
              <a:defRPr sz="3200" b="0" kern="1200">
                <a:solidFill>
                  <a:schemeClr val="tx1"/>
                </a:solidFill>
                <a:latin typeface="+mj-lt"/>
                <a:ea typeface="+mj-ea"/>
                <a:cs typeface="+mj-cs"/>
              </a:defRPr>
            </a:lvl1pPr>
          </a:lstStyle>
          <a:p>
            <a:pPr algn="ctr"/>
            <a:r>
              <a:rPr lang="en-US" dirty="0"/>
              <a:t>Week 1: Developed Solution Architecture</a:t>
            </a:r>
            <a:br>
              <a:rPr lang="en-US" sz="2800" dirty="0">
                <a:latin typeface="Bahnschrift" panose="020B0502040204020203" pitchFamily="34" charset="0"/>
              </a:rPr>
            </a:br>
            <a:endParaRPr lang="en-US" sz="2800" dirty="0">
              <a:latin typeface="Bahnschrift" panose="020B0502040204020203" pitchFamily="34" charset="0"/>
            </a:endParaRPr>
          </a:p>
        </p:txBody>
      </p:sp>
      <p:pic>
        <p:nvPicPr>
          <p:cNvPr id="4" name="Picture 3">
            <a:extLst>
              <a:ext uri="{FF2B5EF4-FFF2-40B4-BE49-F238E27FC236}">
                <a16:creationId xmlns:a16="http://schemas.microsoft.com/office/drawing/2014/main" id="{68C57BC2-F9E3-39D9-7848-FD1F0110720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4819" y="1218105"/>
            <a:ext cx="7623815" cy="5001719"/>
          </a:xfrm>
          <a:prstGeom prst="rect">
            <a:avLst/>
          </a:prstGeom>
        </p:spPr>
      </p:pic>
      <p:pic>
        <p:nvPicPr>
          <p:cNvPr id="11" name="Picture 10">
            <a:extLst>
              <a:ext uri="{FF2B5EF4-FFF2-40B4-BE49-F238E27FC236}">
                <a16:creationId xmlns:a16="http://schemas.microsoft.com/office/drawing/2014/main" id="{50BBC8B6-AD53-1CB8-A1EB-5DB548E1C5E5}"/>
              </a:ext>
            </a:extLst>
          </p:cNvPr>
          <p:cNvPicPr>
            <a:picLocks noChangeAspect="1"/>
          </p:cNvPicPr>
          <p:nvPr/>
        </p:nvPicPr>
        <p:blipFill>
          <a:blip r:embed="rId4"/>
          <a:stretch>
            <a:fillRect/>
          </a:stretch>
        </p:blipFill>
        <p:spPr>
          <a:xfrm>
            <a:off x="7775125" y="1218106"/>
            <a:ext cx="4263074" cy="2545901"/>
          </a:xfrm>
          <a:prstGeom prst="rect">
            <a:avLst/>
          </a:prstGeom>
        </p:spPr>
      </p:pic>
      <p:pic>
        <p:nvPicPr>
          <p:cNvPr id="13" name="Picture 12">
            <a:extLst>
              <a:ext uri="{FF2B5EF4-FFF2-40B4-BE49-F238E27FC236}">
                <a16:creationId xmlns:a16="http://schemas.microsoft.com/office/drawing/2014/main" id="{D8F8C026-FD5F-3429-3E5D-4E7E01F2DFC7}"/>
              </a:ext>
            </a:extLst>
          </p:cNvPr>
          <p:cNvPicPr>
            <a:picLocks noChangeAspect="1"/>
          </p:cNvPicPr>
          <p:nvPr/>
        </p:nvPicPr>
        <p:blipFill>
          <a:blip r:embed="rId5"/>
          <a:stretch>
            <a:fillRect/>
          </a:stretch>
        </p:blipFill>
        <p:spPr>
          <a:xfrm>
            <a:off x="7794107" y="3764008"/>
            <a:ext cx="4263074" cy="2524080"/>
          </a:xfrm>
          <a:prstGeom prst="rect">
            <a:avLst/>
          </a:prstGeom>
        </p:spPr>
      </p:pic>
      <p:sp>
        <p:nvSpPr>
          <p:cNvPr id="14" name="Footer Placeholder 13">
            <a:extLst>
              <a:ext uri="{FF2B5EF4-FFF2-40B4-BE49-F238E27FC236}">
                <a16:creationId xmlns:a16="http://schemas.microsoft.com/office/drawing/2014/main" id="{E0CA3D79-2279-B0B5-6D9A-CB20A897EDD7}"/>
              </a:ext>
            </a:extLst>
          </p:cNvPr>
          <p:cNvSpPr>
            <a:spLocks noGrp="1"/>
          </p:cNvSpPr>
          <p:nvPr>
            <p:ph type="ftr" sz="quarter" idx="11"/>
          </p:nvPr>
        </p:nvSpPr>
        <p:spPr>
          <a:xfrm>
            <a:off x="3533775" y="6356350"/>
            <a:ext cx="4619625" cy="365125"/>
          </a:xfrm>
        </p:spPr>
        <p:txBody>
          <a:bodyPr/>
          <a:lstStyle/>
          <a:p>
            <a:r>
              <a:rPr lang="en-US"/>
              <a:t>Presented to: Arriba Advisors Prepared by: Shuva Mukhopadhyay</a:t>
            </a:r>
          </a:p>
        </p:txBody>
      </p:sp>
    </p:spTree>
    <p:extLst>
      <p:ext uri="{BB962C8B-B14F-4D97-AF65-F5344CB8AC3E}">
        <p14:creationId xmlns:p14="http://schemas.microsoft.com/office/powerpoint/2010/main" val="2385197021"/>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0146DD-9503-30DE-D0D9-853F29E5A09F}"/>
            </a:ext>
          </a:extLst>
        </p:cNvPr>
        <p:cNvGrpSpPr/>
        <p:nvPr/>
      </p:nvGrpSpPr>
      <p:grpSpPr>
        <a:xfrm>
          <a:off x="0" y="0"/>
          <a:ext cx="0" cy="0"/>
          <a:chOff x="0" y="0"/>
          <a:chExt cx="0" cy="0"/>
        </a:xfrm>
      </p:grpSpPr>
      <p:pic>
        <p:nvPicPr>
          <p:cNvPr id="8" name="Picture 7">
            <a:extLst>
              <a:ext uri="{FF2B5EF4-FFF2-40B4-BE49-F238E27FC236}">
                <a16:creationId xmlns:a16="http://schemas.microsoft.com/office/drawing/2014/main" id="{A9F606C8-B09C-5BBF-B9A3-FDA586C53E0C}"/>
              </a:ext>
            </a:extLst>
          </p:cNvPr>
          <p:cNvPicPr>
            <a:picLocks noChangeAspect="1"/>
          </p:cNvPicPr>
          <p:nvPr/>
        </p:nvPicPr>
        <p:blipFill>
          <a:blip r:embed="rId3"/>
          <a:stretch>
            <a:fillRect/>
          </a:stretch>
        </p:blipFill>
        <p:spPr>
          <a:xfrm>
            <a:off x="346158" y="473268"/>
            <a:ext cx="6285614" cy="3108600"/>
          </a:xfrm>
          <a:prstGeom prst="rect">
            <a:avLst/>
          </a:prstGeom>
        </p:spPr>
      </p:pic>
      <p:pic>
        <p:nvPicPr>
          <p:cNvPr id="10" name="Picture 9">
            <a:extLst>
              <a:ext uri="{FF2B5EF4-FFF2-40B4-BE49-F238E27FC236}">
                <a16:creationId xmlns:a16="http://schemas.microsoft.com/office/drawing/2014/main" id="{A9B4B873-3B94-B2CF-72AE-19E8045F6B81}"/>
              </a:ext>
            </a:extLst>
          </p:cNvPr>
          <p:cNvPicPr>
            <a:picLocks noChangeAspect="1"/>
          </p:cNvPicPr>
          <p:nvPr/>
        </p:nvPicPr>
        <p:blipFill>
          <a:blip r:embed="rId4"/>
          <a:srcRect l="3010" r="934"/>
          <a:stretch>
            <a:fillRect/>
          </a:stretch>
        </p:blipFill>
        <p:spPr>
          <a:xfrm>
            <a:off x="5698798" y="3650132"/>
            <a:ext cx="6493202" cy="2680489"/>
          </a:xfrm>
          <a:prstGeom prst="rect">
            <a:avLst/>
          </a:prstGeom>
        </p:spPr>
      </p:pic>
      <p:pic>
        <p:nvPicPr>
          <p:cNvPr id="14" name="Picture 13">
            <a:extLst>
              <a:ext uri="{FF2B5EF4-FFF2-40B4-BE49-F238E27FC236}">
                <a16:creationId xmlns:a16="http://schemas.microsoft.com/office/drawing/2014/main" id="{DCB875AC-7D77-8159-5056-4128ACF25C4B}"/>
              </a:ext>
            </a:extLst>
          </p:cNvPr>
          <p:cNvPicPr>
            <a:picLocks noChangeAspect="1"/>
          </p:cNvPicPr>
          <p:nvPr/>
        </p:nvPicPr>
        <p:blipFill>
          <a:blip r:embed="rId5"/>
          <a:stretch>
            <a:fillRect/>
          </a:stretch>
        </p:blipFill>
        <p:spPr>
          <a:xfrm>
            <a:off x="346158" y="3650132"/>
            <a:ext cx="5202877" cy="2680489"/>
          </a:xfrm>
          <a:prstGeom prst="rect">
            <a:avLst/>
          </a:prstGeom>
        </p:spPr>
      </p:pic>
      <p:pic>
        <p:nvPicPr>
          <p:cNvPr id="7" name="Picture 6">
            <a:extLst>
              <a:ext uri="{FF2B5EF4-FFF2-40B4-BE49-F238E27FC236}">
                <a16:creationId xmlns:a16="http://schemas.microsoft.com/office/drawing/2014/main" id="{C2911ED9-6BD0-7E76-A738-82789F1ECCA4}"/>
              </a:ext>
            </a:extLst>
          </p:cNvPr>
          <p:cNvPicPr>
            <a:picLocks noChangeAspect="1"/>
          </p:cNvPicPr>
          <p:nvPr/>
        </p:nvPicPr>
        <p:blipFill>
          <a:blip r:embed="rId6"/>
          <a:stretch>
            <a:fillRect/>
          </a:stretch>
        </p:blipFill>
        <p:spPr>
          <a:xfrm>
            <a:off x="6728693" y="541532"/>
            <a:ext cx="5379398" cy="3040336"/>
          </a:xfrm>
          <a:prstGeom prst="rect">
            <a:avLst/>
          </a:prstGeom>
        </p:spPr>
      </p:pic>
      <p:sp>
        <p:nvSpPr>
          <p:cNvPr id="13" name="Footer Placeholder 12">
            <a:extLst>
              <a:ext uri="{FF2B5EF4-FFF2-40B4-BE49-F238E27FC236}">
                <a16:creationId xmlns:a16="http://schemas.microsoft.com/office/drawing/2014/main" id="{DA1C7C80-D6F1-9A82-0710-D5F24DBFF94F}"/>
              </a:ext>
            </a:extLst>
          </p:cNvPr>
          <p:cNvSpPr>
            <a:spLocks noGrp="1"/>
          </p:cNvSpPr>
          <p:nvPr>
            <p:ph type="ftr" sz="quarter" idx="11"/>
          </p:nvPr>
        </p:nvSpPr>
        <p:spPr>
          <a:xfrm>
            <a:off x="4038600" y="6356350"/>
            <a:ext cx="4419600" cy="365125"/>
          </a:xfrm>
        </p:spPr>
        <p:txBody>
          <a:bodyPr/>
          <a:lstStyle/>
          <a:p>
            <a:r>
              <a:rPr lang="en-US" dirty="0"/>
              <a:t>Presented to: Arriba Advisors Prepared by: Shuva Mukhopadhyay</a:t>
            </a:r>
          </a:p>
        </p:txBody>
      </p:sp>
      <p:sp>
        <p:nvSpPr>
          <p:cNvPr id="18" name="TextBox 17">
            <a:extLst>
              <a:ext uri="{FF2B5EF4-FFF2-40B4-BE49-F238E27FC236}">
                <a16:creationId xmlns:a16="http://schemas.microsoft.com/office/drawing/2014/main" id="{D7A11FF8-89E9-BAFA-4B25-654391F18092}"/>
              </a:ext>
            </a:extLst>
          </p:cNvPr>
          <p:cNvSpPr txBox="1"/>
          <p:nvPr/>
        </p:nvSpPr>
        <p:spPr>
          <a:xfrm>
            <a:off x="957262" y="48536"/>
            <a:ext cx="10729913" cy="424732"/>
          </a:xfrm>
          <a:prstGeom prst="rect">
            <a:avLst/>
          </a:prstGeom>
          <a:noFill/>
        </p:spPr>
        <p:txBody>
          <a:bodyPr wrap="square">
            <a:spAutoFit/>
          </a:bodyPr>
          <a:lstStyle/>
          <a:p>
            <a:pPr algn="ctr">
              <a:lnSpc>
                <a:spcPct val="90000"/>
              </a:lnSpc>
              <a:spcBef>
                <a:spcPct val="0"/>
              </a:spcBef>
            </a:pPr>
            <a:r>
              <a:rPr lang="en-US" sz="2400" dirty="0">
                <a:latin typeface="+mj-lt"/>
                <a:ea typeface="+mj-ea"/>
                <a:cs typeface="+mj-cs"/>
              </a:rPr>
              <a:t>Week 1 Accomplishments: Working Code &amp; Document to Excel Output Automated</a:t>
            </a:r>
          </a:p>
        </p:txBody>
      </p:sp>
    </p:spTree>
    <p:extLst>
      <p:ext uri="{BB962C8B-B14F-4D97-AF65-F5344CB8AC3E}">
        <p14:creationId xmlns:p14="http://schemas.microsoft.com/office/powerpoint/2010/main" val="3485313898"/>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2FBF0D-9896-A02E-A7A1-0949D9EA828F}"/>
              </a:ext>
            </a:extLst>
          </p:cNvPr>
          <p:cNvSpPr>
            <a:spLocks noGrp="1"/>
          </p:cNvSpPr>
          <p:nvPr>
            <p:ph type="title"/>
          </p:nvPr>
        </p:nvSpPr>
        <p:spPr>
          <a:xfrm>
            <a:off x="0" y="0"/>
            <a:ext cx="11649075" cy="1044575"/>
          </a:xfrm>
        </p:spPr>
        <p:txBody>
          <a:bodyPr>
            <a:normAutofit fontScale="90000"/>
          </a:bodyPr>
          <a:lstStyle/>
          <a:p>
            <a:pPr algn="ctr"/>
            <a:r>
              <a:rPr lang="en-US" sz="3200" dirty="0"/>
              <a:t>AI Tooling Technical Implementation Overview</a:t>
            </a:r>
            <a:br>
              <a:rPr lang="en-US" dirty="0"/>
            </a:br>
            <a:endParaRPr lang="en-US" dirty="0"/>
          </a:p>
        </p:txBody>
      </p:sp>
      <p:sp>
        <p:nvSpPr>
          <p:cNvPr id="7" name="Footer Placeholder 6">
            <a:extLst>
              <a:ext uri="{FF2B5EF4-FFF2-40B4-BE49-F238E27FC236}">
                <a16:creationId xmlns:a16="http://schemas.microsoft.com/office/drawing/2014/main" id="{A9B88F73-6E43-3E69-C164-6AFB2139A983}"/>
              </a:ext>
            </a:extLst>
          </p:cNvPr>
          <p:cNvSpPr>
            <a:spLocks noGrp="1"/>
          </p:cNvSpPr>
          <p:nvPr>
            <p:ph type="ftr" sz="quarter" idx="11"/>
          </p:nvPr>
        </p:nvSpPr>
        <p:spPr>
          <a:xfrm>
            <a:off x="3724275" y="6356350"/>
            <a:ext cx="4429125" cy="365125"/>
          </a:xfrm>
        </p:spPr>
        <p:txBody>
          <a:bodyPr/>
          <a:lstStyle/>
          <a:p>
            <a:r>
              <a:rPr lang="en-US" dirty="0"/>
              <a:t>Presented to: Arriba Advisors Prepared by: Shuva Mukhopadhyay</a:t>
            </a:r>
          </a:p>
        </p:txBody>
      </p:sp>
      <p:pic>
        <p:nvPicPr>
          <p:cNvPr id="8" name="Content Placeholder 7">
            <a:extLst>
              <a:ext uri="{FF2B5EF4-FFF2-40B4-BE49-F238E27FC236}">
                <a16:creationId xmlns:a16="http://schemas.microsoft.com/office/drawing/2014/main" id="{16225747-EC61-154D-89CE-3C581175C2FF}"/>
              </a:ext>
            </a:extLst>
          </p:cNvPr>
          <p:cNvPicPr>
            <a:picLocks noGrp="1" noChangeAspect="1"/>
          </p:cNvPicPr>
          <p:nvPr>
            <p:ph sz="half" idx="2"/>
          </p:nvPr>
        </p:nvPicPr>
        <p:blipFill>
          <a:blip r:embed="rId3"/>
          <a:stretch>
            <a:fillRect/>
          </a:stretch>
        </p:blipFill>
        <p:spPr>
          <a:xfrm>
            <a:off x="6717250" y="499957"/>
            <a:ext cx="5474750" cy="2738543"/>
          </a:xfrm>
          <a:prstGeom prst="rect">
            <a:avLst/>
          </a:prstGeom>
        </p:spPr>
      </p:pic>
      <p:pic>
        <p:nvPicPr>
          <p:cNvPr id="11" name="Picture 10">
            <a:extLst>
              <a:ext uri="{FF2B5EF4-FFF2-40B4-BE49-F238E27FC236}">
                <a16:creationId xmlns:a16="http://schemas.microsoft.com/office/drawing/2014/main" id="{4C92FAC3-671A-65ED-6DC4-C2EF53F6C81D}"/>
              </a:ext>
            </a:extLst>
          </p:cNvPr>
          <p:cNvPicPr>
            <a:picLocks noChangeAspect="1"/>
          </p:cNvPicPr>
          <p:nvPr/>
        </p:nvPicPr>
        <p:blipFill>
          <a:blip r:embed="rId4"/>
          <a:srcRect l="3066" t="2370" r="9537" b="22658"/>
          <a:stretch>
            <a:fillRect/>
          </a:stretch>
        </p:blipFill>
        <p:spPr>
          <a:xfrm>
            <a:off x="304800" y="1428340"/>
            <a:ext cx="6591299" cy="3620322"/>
          </a:xfrm>
          <a:prstGeom prst="rect">
            <a:avLst/>
          </a:prstGeom>
        </p:spPr>
      </p:pic>
      <p:pic>
        <p:nvPicPr>
          <p:cNvPr id="9" name="Content Placeholder 8">
            <a:extLst>
              <a:ext uri="{FF2B5EF4-FFF2-40B4-BE49-F238E27FC236}">
                <a16:creationId xmlns:a16="http://schemas.microsoft.com/office/drawing/2014/main" id="{AEF1059E-583F-DF86-0224-D5D3C6389E01}"/>
              </a:ext>
            </a:extLst>
          </p:cNvPr>
          <p:cNvPicPr>
            <a:picLocks noGrp="1" noChangeAspect="1"/>
          </p:cNvPicPr>
          <p:nvPr>
            <p:ph sz="quarter" idx="4"/>
          </p:nvPr>
        </p:nvPicPr>
        <p:blipFill>
          <a:blip r:embed="rId5"/>
          <a:stretch>
            <a:fillRect/>
          </a:stretch>
        </p:blipFill>
        <p:spPr>
          <a:xfrm>
            <a:off x="6800850" y="3380191"/>
            <a:ext cx="5305426" cy="2947168"/>
          </a:xfrm>
          <a:prstGeom prst="rect">
            <a:avLst/>
          </a:prstGeom>
        </p:spPr>
      </p:pic>
    </p:spTree>
    <p:extLst>
      <p:ext uri="{BB962C8B-B14F-4D97-AF65-F5344CB8AC3E}">
        <p14:creationId xmlns:p14="http://schemas.microsoft.com/office/powerpoint/2010/main" val="8825051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332803-24E5-5D21-65A3-23B8BFADB951}"/>
              </a:ext>
            </a:extLst>
          </p:cNvPr>
          <p:cNvSpPr>
            <a:spLocks noGrp="1"/>
          </p:cNvSpPr>
          <p:nvPr>
            <p:ph type="title"/>
          </p:nvPr>
        </p:nvSpPr>
        <p:spPr>
          <a:xfrm>
            <a:off x="836612" y="0"/>
            <a:ext cx="10515600" cy="1325563"/>
          </a:xfrm>
        </p:spPr>
        <p:txBody>
          <a:bodyPr/>
          <a:lstStyle/>
          <a:p>
            <a:pPr algn="ctr"/>
            <a:r>
              <a:rPr lang="en-US" sz="2900" dirty="0"/>
              <a:t>Timing &amp; Collaboration</a:t>
            </a:r>
          </a:p>
        </p:txBody>
      </p:sp>
      <p:sp>
        <p:nvSpPr>
          <p:cNvPr id="3" name="Text Placeholder 2">
            <a:extLst>
              <a:ext uri="{FF2B5EF4-FFF2-40B4-BE49-F238E27FC236}">
                <a16:creationId xmlns:a16="http://schemas.microsoft.com/office/drawing/2014/main" id="{41645AC3-5F29-698F-A1A7-B7FE2F3C3952}"/>
              </a:ext>
            </a:extLst>
          </p:cNvPr>
          <p:cNvSpPr>
            <a:spLocks noGrp="1"/>
          </p:cNvSpPr>
          <p:nvPr>
            <p:ph type="body" idx="1"/>
          </p:nvPr>
        </p:nvSpPr>
        <p:spPr>
          <a:xfrm>
            <a:off x="862014" y="1371600"/>
            <a:ext cx="5157787" cy="585788"/>
          </a:xfrm>
        </p:spPr>
        <p:txBody>
          <a:bodyPr/>
          <a:lstStyle/>
          <a:p>
            <a:r>
              <a:rPr lang="en-US" dirty="0"/>
              <a:t>Project Timeline</a:t>
            </a:r>
          </a:p>
        </p:txBody>
      </p:sp>
      <p:sp>
        <p:nvSpPr>
          <p:cNvPr id="4" name="Content Placeholder 3">
            <a:extLst>
              <a:ext uri="{FF2B5EF4-FFF2-40B4-BE49-F238E27FC236}">
                <a16:creationId xmlns:a16="http://schemas.microsoft.com/office/drawing/2014/main" id="{CEAF96BC-37DE-21C8-A54C-9DA67410FAB2}"/>
              </a:ext>
            </a:extLst>
          </p:cNvPr>
          <p:cNvSpPr>
            <a:spLocks noGrp="1"/>
          </p:cNvSpPr>
          <p:nvPr>
            <p:ph sz="half" idx="2"/>
          </p:nvPr>
        </p:nvSpPr>
        <p:spPr>
          <a:xfrm>
            <a:off x="836612" y="1957388"/>
            <a:ext cx="5157787" cy="3684588"/>
          </a:xfrm>
        </p:spPr>
        <p:txBody>
          <a:bodyPr>
            <a:normAutofit fontScale="92500" lnSpcReduction="10000"/>
          </a:bodyPr>
          <a:lstStyle/>
          <a:p>
            <a:pPr marL="0" indent="0" algn="just">
              <a:lnSpc>
                <a:spcPct val="100000"/>
              </a:lnSpc>
              <a:spcBef>
                <a:spcPts val="0"/>
              </a:spcBef>
              <a:buNone/>
              <a:defRPr/>
            </a:pPr>
            <a:r>
              <a:rPr lang="en-US" sz="1800" b="1" dirty="0">
                <a:solidFill>
                  <a:prstClr val="black"/>
                </a:solidFill>
                <a:latin typeface="Aptos Narrow" panose="020B0004020202020204" pitchFamily="34" charset="0"/>
              </a:rPr>
              <a:t>Proposed Meeting Schedule</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prstClr val="black"/>
                </a:solidFill>
                <a:effectLst/>
                <a:uLnTx/>
                <a:uFillTx/>
                <a:latin typeface="Aptos Narrow" panose="020B0004020202020204" pitchFamily="34" charset="0"/>
                <a:ea typeface="+mn-ea"/>
                <a:cs typeface="+mn-cs"/>
              </a:rPr>
              <a:t>Dec 1</a:t>
            </a:r>
            <a:r>
              <a:rPr kumimoji="0" lang="en-US" sz="1400" b="0" i="0" u="none" strike="noStrike" kern="1200" cap="none" spc="0" normalizeH="0" baseline="30000" noProof="0" dirty="0">
                <a:ln>
                  <a:noFill/>
                </a:ln>
                <a:solidFill>
                  <a:prstClr val="black"/>
                </a:solidFill>
                <a:effectLst/>
                <a:uLnTx/>
                <a:uFillTx/>
                <a:latin typeface="Aptos Narrow" panose="020B0004020202020204" pitchFamily="34" charset="0"/>
                <a:ea typeface="+mn-ea"/>
                <a:cs typeface="+mn-cs"/>
              </a:rPr>
              <a:t>st</a:t>
            </a:r>
            <a:r>
              <a:rPr kumimoji="0" lang="en-US" sz="1400" b="0" i="0" u="none" strike="noStrike" kern="1200" cap="none" spc="0" normalizeH="0" baseline="0" noProof="0" dirty="0">
                <a:ln>
                  <a:noFill/>
                </a:ln>
                <a:solidFill>
                  <a:prstClr val="black"/>
                </a:solidFill>
                <a:effectLst/>
                <a:uLnTx/>
                <a:uFillTx/>
                <a:latin typeface="Aptos Narrow" panose="020B0004020202020204" pitchFamily="34" charset="0"/>
                <a:ea typeface="+mn-ea"/>
                <a:cs typeface="+mn-cs"/>
              </a:rPr>
              <a:t> Week:  Deep-dive into current processes, further understand of TCO documents and enhance understanding of Arriba’s TCO operation</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prstClr val="black"/>
                </a:solidFill>
                <a:effectLst/>
                <a:uLnTx/>
                <a:uFillTx/>
                <a:latin typeface="Aptos Narrow" panose="020B0004020202020204" pitchFamily="34" charset="0"/>
                <a:ea typeface="+mn-ea"/>
                <a:cs typeface="+mn-cs"/>
              </a:rPr>
              <a:t>Dec 2</a:t>
            </a:r>
            <a:r>
              <a:rPr kumimoji="0" lang="en-US" sz="1400" b="0" i="0" u="none" strike="noStrike" kern="1200" cap="none" spc="0" normalizeH="0" baseline="30000" noProof="0" dirty="0">
                <a:ln>
                  <a:noFill/>
                </a:ln>
                <a:solidFill>
                  <a:prstClr val="black"/>
                </a:solidFill>
                <a:effectLst/>
                <a:uLnTx/>
                <a:uFillTx/>
                <a:latin typeface="Aptos Narrow" panose="020B0004020202020204" pitchFamily="34" charset="0"/>
                <a:ea typeface="+mn-ea"/>
                <a:cs typeface="+mn-cs"/>
              </a:rPr>
              <a:t>nd</a:t>
            </a:r>
            <a:r>
              <a:rPr kumimoji="0" lang="en-US" sz="1400" b="0" i="0" u="none" strike="noStrike" kern="1200" cap="none" spc="0" normalizeH="0" baseline="0" noProof="0" dirty="0">
                <a:ln>
                  <a:noFill/>
                </a:ln>
                <a:solidFill>
                  <a:prstClr val="black"/>
                </a:solidFill>
                <a:effectLst/>
                <a:uLnTx/>
                <a:uFillTx/>
                <a:latin typeface="Aptos Narrow" panose="020B0004020202020204" pitchFamily="34" charset="0"/>
                <a:ea typeface="+mn-ea"/>
                <a:cs typeface="+mn-cs"/>
              </a:rPr>
              <a:t> Week: Development Review, follow-ups, and gather feedback</a:t>
            </a:r>
          </a:p>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Aptos Narrow" panose="020B0004020202020204" pitchFamily="34" charset="0"/>
              <a:ea typeface="+mn-ea"/>
              <a:cs typeface="+mn-cs"/>
            </a:endParaRPr>
          </a:p>
          <a:p>
            <a:pPr marL="0" marR="0" lvl="0" indent="0" algn="just" fontAlgn="auto">
              <a:lnSpc>
                <a:spcPct val="100000"/>
              </a:lnSpc>
              <a:spcBef>
                <a:spcPts val="0"/>
              </a:spcBef>
              <a:spcAft>
                <a:spcPts val="0"/>
              </a:spcAft>
              <a:buClrTx/>
              <a:buSzTx/>
              <a:buNone/>
              <a:tabLst/>
              <a:defRPr/>
            </a:pPr>
            <a:r>
              <a:rPr lang="en-US" sz="1800" b="1" dirty="0">
                <a:solidFill>
                  <a:prstClr val="black"/>
                </a:solidFill>
                <a:latin typeface="Aptos Narrow" panose="020B0004020202020204" pitchFamily="34" charset="0"/>
              </a:rPr>
              <a:t>Solution Development Roadmap</a:t>
            </a:r>
          </a:p>
          <a:p>
            <a:pPr marL="285750" marR="0" lvl="0" indent="-2857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700" b="0" i="0" u="none" strike="noStrike" kern="1200" cap="none" spc="0" normalizeH="0" baseline="0" noProof="0" dirty="0">
                <a:ln>
                  <a:noFill/>
                </a:ln>
                <a:solidFill>
                  <a:prstClr val="black"/>
                </a:solidFill>
                <a:effectLst/>
                <a:uLnTx/>
                <a:uFillTx/>
                <a:latin typeface="Aptos Narrow" panose="020B0004020202020204" pitchFamily="34" charset="0"/>
                <a:ea typeface="+mn-ea"/>
                <a:cs typeface="+mn-cs"/>
              </a:rPr>
              <a:t>Automated TCO extraction</a:t>
            </a:r>
          </a:p>
          <a:p>
            <a:pPr marL="285750" marR="0" lvl="0" indent="-2857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700" b="0" i="0" u="none" strike="noStrike" kern="1200" cap="none" spc="0" normalizeH="0" baseline="0" noProof="0" dirty="0">
                <a:ln>
                  <a:noFill/>
                </a:ln>
                <a:solidFill>
                  <a:prstClr val="black"/>
                </a:solidFill>
                <a:effectLst/>
                <a:uLnTx/>
                <a:uFillTx/>
                <a:latin typeface="Aptos Narrow" panose="020B0004020202020204" pitchFamily="34" charset="0"/>
                <a:ea typeface="+mn-ea"/>
                <a:cs typeface="+mn-cs"/>
              </a:rPr>
              <a:t>Quality control system to flag questionable data</a:t>
            </a:r>
          </a:p>
          <a:p>
            <a:pPr marL="285750" marR="0" lvl="0" indent="-2857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700" b="0" i="0" u="none" strike="noStrike" kern="1200" cap="none" spc="0" normalizeH="0" baseline="0" noProof="0" dirty="0">
                <a:ln>
                  <a:noFill/>
                </a:ln>
                <a:solidFill>
                  <a:prstClr val="black"/>
                </a:solidFill>
                <a:effectLst/>
                <a:uLnTx/>
                <a:uFillTx/>
                <a:latin typeface="Aptos Narrow" panose="020B0004020202020204" pitchFamily="34" charset="0"/>
                <a:ea typeface="+mn-ea"/>
                <a:cs typeface="+mn-cs"/>
              </a:rPr>
              <a:t>Manual review interface for your team to verify edge cases</a:t>
            </a:r>
          </a:p>
          <a:p>
            <a:pPr marL="285750" marR="0" lvl="0" indent="-2857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700" b="0" i="0" u="none" strike="noStrike" kern="1200" cap="none" spc="0" normalizeH="0" baseline="0" noProof="0" dirty="0">
                <a:ln>
                  <a:noFill/>
                </a:ln>
                <a:solidFill>
                  <a:prstClr val="black"/>
                </a:solidFill>
                <a:effectLst/>
                <a:uLnTx/>
                <a:uFillTx/>
                <a:latin typeface="Aptos Narrow" panose="020B0004020202020204" pitchFamily="34" charset="0"/>
                <a:ea typeface="+mn-ea"/>
                <a:cs typeface="+mn-cs"/>
              </a:rPr>
              <a:t>Full audit trail for compliance requirements</a:t>
            </a:r>
          </a:p>
          <a:p>
            <a:pPr marL="0" marR="0" lvl="0" indent="0" algn="just" defTabSz="914400" rtl="0" eaLnBrk="1" fontAlgn="auto" latinLnBrk="0" hangingPunct="1">
              <a:lnSpc>
                <a:spcPct val="100000"/>
              </a:lnSpc>
              <a:spcBef>
                <a:spcPts val="0"/>
              </a:spcBef>
              <a:spcAft>
                <a:spcPts val="0"/>
              </a:spcAft>
              <a:buClrTx/>
              <a:buSzTx/>
              <a:buNone/>
              <a:tabLst/>
              <a:defRPr/>
            </a:pPr>
            <a:endParaRPr kumimoji="0" lang="en-US" sz="1700" b="0" i="0" u="none" strike="noStrike" kern="1200" cap="none" spc="0" normalizeH="0" baseline="0" noProof="0" dirty="0">
              <a:ln>
                <a:noFill/>
              </a:ln>
              <a:solidFill>
                <a:prstClr val="black"/>
              </a:solidFill>
              <a:effectLst/>
              <a:uLnTx/>
              <a:uFillTx/>
              <a:latin typeface="Aptos Narrow" panose="020B0004020202020204" pitchFamily="34" charset="0"/>
              <a:ea typeface="+mn-ea"/>
              <a:cs typeface="+mn-cs"/>
            </a:endParaRPr>
          </a:p>
          <a:p>
            <a:pPr marL="0" indent="0" algn="just">
              <a:lnSpc>
                <a:spcPct val="100000"/>
              </a:lnSpc>
              <a:spcBef>
                <a:spcPts val="0"/>
              </a:spcBef>
              <a:buNone/>
              <a:defRPr/>
            </a:pPr>
            <a:r>
              <a:rPr lang="en-US" sz="1800" b="1" dirty="0">
                <a:solidFill>
                  <a:prstClr val="black"/>
                </a:solidFill>
                <a:latin typeface="Aptos Narrow" panose="020B0004020202020204" pitchFamily="34" charset="0"/>
              </a:rPr>
              <a:t>Collaboration Framework</a:t>
            </a:r>
          </a:p>
          <a:p>
            <a:pPr marL="285750" indent="-285750" algn="just">
              <a:lnSpc>
                <a:spcPct val="100000"/>
              </a:lnSpc>
              <a:spcBef>
                <a:spcPts val="0"/>
              </a:spcBef>
              <a:defRPr/>
            </a:pPr>
            <a:r>
              <a:rPr lang="en-US" sz="1700" dirty="0">
                <a:solidFill>
                  <a:prstClr val="black"/>
                </a:solidFill>
                <a:latin typeface="Aptos Narrow" panose="020B0004020202020204" pitchFamily="34" charset="0"/>
              </a:rPr>
              <a:t>What frequency works for you? Will develop plan based off of that</a:t>
            </a:r>
          </a:p>
          <a:p>
            <a:pPr marL="285750" lvl="0" indent="-285750" algn="just">
              <a:lnSpc>
                <a:spcPct val="100000"/>
              </a:lnSpc>
              <a:spcBef>
                <a:spcPts val="0"/>
              </a:spcBef>
              <a:defRPr/>
            </a:pPr>
            <a:r>
              <a:rPr lang="en-US" sz="1700" dirty="0">
                <a:solidFill>
                  <a:prstClr val="black"/>
                </a:solidFill>
                <a:latin typeface="Aptos Narrow" panose="020B0004020202020204" pitchFamily="34" charset="0"/>
              </a:rPr>
              <a:t>Will provide weekly status updates</a:t>
            </a:r>
          </a:p>
          <a:p>
            <a:endParaRPr lang="en-US" dirty="0"/>
          </a:p>
        </p:txBody>
      </p:sp>
      <p:sp>
        <p:nvSpPr>
          <p:cNvPr id="5" name="Text Placeholder 4">
            <a:extLst>
              <a:ext uri="{FF2B5EF4-FFF2-40B4-BE49-F238E27FC236}">
                <a16:creationId xmlns:a16="http://schemas.microsoft.com/office/drawing/2014/main" id="{23A22309-B7E7-8965-5105-F801F9411960}"/>
              </a:ext>
            </a:extLst>
          </p:cNvPr>
          <p:cNvSpPr>
            <a:spLocks noGrp="1"/>
          </p:cNvSpPr>
          <p:nvPr>
            <p:ph type="body" sz="quarter" idx="3"/>
          </p:nvPr>
        </p:nvSpPr>
        <p:spPr>
          <a:xfrm>
            <a:off x="6172200" y="1371600"/>
            <a:ext cx="5183188" cy="585788"/>
          </a:xfrm>
        </p:spPr>
        <p:txBody>
          <a:bodyPr/>
          <a:lstStyle/>
          <a:p>
            <a:r>
              <a:rPr lang="en-US" dirty="0"/>
              <a:t>Stakeholder Requests</a:t>
            </a:r>
          </a:p>
        </p:txBody>
      </p:sp>
      <p:sp>
        <p:nvSpPr>
          <p:cNvPr id="6" name="Content Placeholder 5">
            <a:extLst>
              <a:ext uri="{FF2B5EF4-FFF2-40B4-BE49-F238E27FC236}">
                <a16:creationId xmlns:a16="http://schemas.microsoft.com/office/drawing/2014/main" id="{C943D247-BFBD-E99E-C5D7-B25266FE2F5D}"/>
              </a:ext>
            </a:extLst>
          </p:cNvPr>
          <p:cNvSpPr>
            <a:spLocks noGrp="1"/>
          </p:cNvSpPr>
          <p:nvPr>
            <p:ph sz="quarter" idx="4"/>
          </p:nvPr>
        </p:nvSpPr>
        <p:spPr>
          <a:xfrm>
            <a:off x="6197603" y="2047875"/>
            <a:ext cx="5183188" cy="3684588"/>
          </a:xfrm>
        </p:spPr>
        <p:txBody>
          <a:bodyPr>
            <a:normAutofit fontScale="92500" lnSpcReduction="10000"/>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Aptos Narrow" panose="020B0004020202020204" pitchFamily="34" charset="0"/>
                <a:ea typeface="+mn-ea"/>
                <a:cs typeface="+mn-cs"/>
              </a:rPr>
              <a:t>Data &amp; Documentation Needs</a:t>
            </a:r>
            <a:endParaRPr kumimoji="0" lang="en-US" sz="1800" b="0" i="0" u="none" strike="noStrike" kern="1200" cap="none" spc="0" normalizeH="0" baseline="0" noProof="0" dirty="0">
              <a:ln>
                <a:noFill/>
              </a:ln>
              <a:solidFill>
                <a:prstClr val="black"/>
              </a:solidFill>
              <a:effectLst/>
              <a:uLnTx/>
              <a:uFillTx/>
              <a:latin typeface="Aptos Narrow" panose="020B0004020202020204" pitchFamily="34" charset="0"/>
              <a:ea typeface="+mn-ea"/>
              <a:cs typeface="+mn-cs"/>
            </a:endParaRPr>
          </a:p>
          <a:p>
            <a:pPr marL="285750" marR="0" lvl="0" indent="-2857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ptos Narrow" panose="020B0004020202020204" pitchFamily="34" charset="0"/>
                <a:ea typeface="+mn-ea"/>
                <a:cs typeface="+mn-cs"/>
              </a:rPr>
              <a:t>Additional TCO templates and contracts to ensure accuracy</a:t>
            </a:r>
          </a:p>
          <a:p>
            <a:pPr marL="285750" marR="0" lvl="0" indent="-2857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ptos Narrow" panose="020B0004020202020204" pitchFamily="34" charset="0"/>
                <a:ea typeface="+mn-ea"/>
                <a:cs typeface="+mn-cs"/>
              </a:rPr>
              <a:t>Historical pricing data to validate our extraction logic</a:t>
            </a:r>
          </a:p>
          <a:p>
            <a:pPr marL="285750" marR="0" lvl="0" indent="-2857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ptos Narrow" panose="020B0004020202020204" pitchFamily="34" charset="0"/>
                <a:ea typeface="+mn-ea"/>
                <a:cs typeface="+mn-cs"/>
              </a:rPr>
              <a:t>Examples of your expected output format to match your requirements</a:t>
            </a: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Aptos Narrow" panose="020B0004020202020204" pitchFamily="34" charset="0"/>
                <a:ea typeface="+mn-ea"/>
                <a:cs typeface="+mn-cs"/>
              </a:rPr>
              <a:t>Business Requirements Alignment</a:t>
            </a:r>
            <a:endParaRPr kumimoji="0" lang="en-US" sz="1800" b="0" i="0" u="none" strike="noStrike" kern="1200" cap="none" spc="0" normalizeH="0" baseline="0" noProof="0" dirty="0">
              <a:ln>
                <a:noFill/>
              </a:ln>
              <a:solidFill>
                <a:prstClr val="black"/>
              </a:solidFill>
              <a:effectLst/>
              <a:uLnTx/>
              <a:uFillTx/>
              <a:latin typeface="Aptos Narrow" panose="020B0004020202020204" pitchFamily="34" charset="0"/>
              <a:ea typeface="+mn-ea"/>
              <a:cs typeface="+mn-cs"/>
            </a:endParaRPr>
          </a:p>
          <a:p>
            <a:pPr marL="285750" marR="0" lvl="0" indent="-2857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ptos Narrow" panose="020B0004020202020204" pitchFamily="34" charset="0"/>
                <a:ea typeface="+mn-ea"/>
                <a:cs typeface="+mn-cs"/>
              </a:rPr>
              <a:t>Schedule time to learn your current workflow and improve understanding</a:t>
            </a:r>
          </a:p>
          <a:p>
            <a:pPr marL="285750" marR="0" lvl="0" indent="-2857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ptos Narrow" panose="020B0004020202020204" pitchFamily="34" charset="0"/>
                <a:ea typeface="+mn-ea"/>
                <a:cs typeface="+mn-cs"/>
              </a:rPr>
              <a:t>Help us understand your specific business rules and exceptions</a:t>
            </a: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Aptos Narrow" panose="020B0004020202020204" pitchFamily="34" charset="0"/>
                <a:ea typeface="+mn-ea"/>
                <a:cs typeface="+mn-cs"/>
              </a:rPr>
              <a:t>Collaboration Framework</a:t>
            </a:r>
            <a:endParaRPr kumimoji="0" lang="en-US" sz="1800" b="0" i="0" u="none" strike="noStrike" kern="1200" cap="none" spc="0" normalizeH="0" baseline="0" noProof="0" dirty="0">
              <a:ln>
                <a:noFill/>
              </a:ln>
              <a:solidFill>
                <a:prstClr val="black"/>
              </a:solidFill>
              <a:effectLst/>
              <a:uLnTx/>
              <a:uFillTx/>
              <a:latin typeface="Aptos Narrow" panose="020B0004020202020204" pitchFamily="34" charset="0"/>
              <a:ea typeface="+mn-ea"/>
              <a:cs typeface="+mn-cs"/>
            </a:endParaRPr>
          </a:p>
          <a:p>
            <a:pPr marL="285750" marR="0" lvl="0" indent="-2857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ptos Narrow" panose="020B0004020202020204" pitchFamily="34" charset="0"/>
                <a:ea typeface="+mn-ea"/>
                <a:cs typeface="+mn-cs"/>
              </a:rPr>
              <a:t>What frequency works for you? Will develop plan based with respect to your needs</a:t>
            </a:r>
          </a:p>
          <a:p>
            <a:pPr marL="285750" marR="0" lvl="0" indent="-2857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ptos Narrow"/>
                <a:ea typeface="+mn-ea"/>
                <a:cs typeface="+mn-cs"/>
              </a:rPr>
              <a:t>Will provide weekly status updates</a:t>
            </a:r>
          </a:p>
          <a:p>
            <a:endParaRPr lang="en-US" dirty="0"/>
          </a:p>
        </p:txBody>
      </p:sp>
      <p:sp>
        <p:nvSpPr>
          <p:cNvPr id="7" name="Footer Placeholder 6">
            <a:extLst>
              <a:ext uri="{FF2B5EF4-FFF2-40B4-BE49-F238E27FC236}">
                <a16:creationId xmlns:a16="http://schemas.microsoft.com/office/drawing/2014/main" id="{9F489E78-BF65-742C-BBA5-8B3E0BED7548}"/>
              </a:ext>
            </a:extLst>
          </p:cNvPr>
          <p:cNvSpPr>
            <a:spLocks noGrp="1"/>
          </p:cNvSpPr>
          <p:nvPr>
            <p:ph type="ftr" sz="quarter" idx="11"/>
          </p:nvPr>
        </p:nvSpPr>
        <p:spPr>
          <a:xfrm>
            <a:off x="4038600" y="6356350"/>
            <a:ext cx="4533900" cy="365125"/>
          </a:xfrm>
        </p:spPr>
        <p:txBody>
          <a:bodyPr/>
          <a:lstStyle/>
          <a:p>
            <a:r>
              <a:rPr lang="en-US" dirty="0"/>
              <a:t>Presented to: Arriba Advisors Prepared by: Shuva Mukhopadhyay</a:t>
            </a:r>
          </a:p>
        </p:txBody>
      </p:sp>
      <p:pic>
        <p:nvPicPr>
          <p:cNvPr id="8" name="Picture 7">
            <a:extLst>
              <a:ext uri="{FF2B5EF4-FFF2-40B4-BE49-F238E27FC236}">
                <a16:creationId xmlns:a16="http://schemas.microsoft.com/office/drawing/2014/main" id="{DBAE0625-FC6B-DAFB-5CE1-9135ECF83242}"/>
              </a:ext>
            </a:extLst>
          </p:cNvPr>
          <p:cNvPicPr>
            <a:picLocks/>
          </p:cNvPicPr>
          <p:nvPr/>
        </p:nvPicPr>
        <p:blipFill>
          <a:blip r:embed="rId2"/>
          <a:stretch>
            <a:fillRect/>
          </a:stretch>
        </p:blipFill>
        <p:spPr>
          <a:xfrm>
            <a:off x="9928225" y="0"/>
            <a:ext cx="2263775" cy="2247900"/>
          </a:xfrm>
          <a:prstGeom prst="rect">
            <a:avLst/>
          </a:prstGeom>
        </p:spPr>
      </p:pic>
    </p:spTree>
    <p:extLst>
      <p:ext uri="{BB962C8B-B14F-4D97-AF65-F5344CB8AC3E}">
        <p14:creationId xmlns:p14="http://schemas.microsoft.com/office/powerpoint/2010/main" val="2726946580"/>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DuneVTI">
  <a:themeElements>
    <a:clrScheme name="Dune Palette">
      <a:dk1>
        <a:srgbClr val="131313"/>
      </a:dk1>
      <a:lt1>
        <a:sysClr val="window" lastClr="FFFFFF"/>
      </a:lt1>
      <a:dk2>
        <a:srgbClr val="203430"/>
      </a:dk2>
      <a:lt2>
        <a:srgbClr val="F0EDE6"/>
      </a:lt2>
      <a:accent1>
        <a:srgbClr val="A57361"/>
      </a:accent1>
      <a:accent2>
        <a:srgbClr val="CD9979"/>
      </a:accent2>
      <a:accent3>
        <a:srgbClr val="4E6C67"/>
      </a:accent3>
      <a:accent4>
        <a:srgbClr val="BA958C"/>
      </a:accent4>
      <a:accent5>
        <a:srgbClr val="A08C60"/>
      </a:accent5>
      <a:accent6>
        <a:srgbClr val="956969"/>
      </a:accent6>
      <a:hlink>
        <a:srgbClr val="B0685E"/>
      </a:hlink>
      <a:folHlink>
        <a:srgbClr val="5E827E"/>
      </a:folHlink>
    </a:clrScheme>
    <a:fontScheme name="Neue Haas">
      <a:majorFont>
        <a:latin typeface="Neue Haas Grotesk Text Pro"/>
        <a:ea typeface=""/>
        <a:cs typeface=""/>
      </a:majorFont>
      <a:minorFont>
        <a:latin typeface="Neue Haas Grotesk Tex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Dune_win32_DN_v2" id="{97A7A9A4-5677-45E2-BAC9-3A76DA18A86D}" vid="{E1353FFA-7ECE-4894-957E-EAB589AB129E}"/>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5">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71DB6D39-DB66-4228-B16E-476786583AB4}">
  <we:reference id="wa200007130" version="1.0.0.1" store="en-US" storeType="OMEX"/>
  <we:alternateReferences>
    <we:reference id="wa200007130" version="1.0.0.1" store="WA200007130" storeType="OMEX"/>
  </we:alternateReferences>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396</TotalTime>
  <Words>1930</Words>
  <Application>Microsoft Office PowerPoint</Application>
  <PresentationFormat>Widescreen</PresentationFormat>
  <Paragraphs>87</Paragraphs>
  <Slides>7</Slides>
  <Notes>5</Notes>
  <HiddenSlides>0</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7</vt:i4>
      </vt:variant>
    </vt:vector>
  </HeadingPairs>
  <TitlesOfParts>
    <vt:vector size="16" baseType="lpstr">
      <vt:lpstr>Aptos</vt:lpstr>
      <vt:lpstr>Aptos Narrow</vt:lpstr>
      <vt:lpstr>Arial</vt:lpstr>
      <vt:lpstr>Bahnschrift</vt:lpstr>
      <vt:lpstr>Calibri</vt:lpstr>
      <vt:lpstr>Calibri Light</vt:lpstr>
      <vt:lpstr>Neue Haas Grotesk Text Pro</vt:lpstr>
      <vt:lpstr>Office Theme</vt:lpstr>
      <vt:lpstr>DuneVTI</vt:lpstr>
      <vt:lpstr>TCO Automation Project Week 1: Progress Report  </vt:lpstr>
      <vt:lpstr>PowerPoint Presentation</vt:lpstr>
      <vt:lpstr>TCO Automation Solution: Approach</vt:lpstr>
      <vt:lpstr>PowerPoint Presentation</vt:lpstr>
      <vt:lpstr>PowerPoint Presentation</vt:lpstr>
      <vt:lpstr>AI Tooling Technical Implementation Overview </vt:lpstr>
      <vt:lpstr>Timing &amp; Collaboration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Shuva Mukhopadhyay</dc:creator>
  <cp:lastModifiedBy>Shuva Mukhopadhyay</cp:lastModifiedBy>
  <cp:revision>1</cp:revision>
  <dcterms:created xsi:type="dcterms:W3CDTF">2025-11-21T14:46:42Z</dcterms:created>
  <dcterms:modified xsi:type="dcterms:W3CDTF">2025-11-21T21:23:31Z</dcterms:modified>
</cp:coreProperties>
</file>